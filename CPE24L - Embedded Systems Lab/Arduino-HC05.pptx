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57" r:id="rId5"/>
    <p:sldId id="270" r:id="rId6"/>
    <p:sldId id="260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5" r:id="rId15"/>
    <p:sldId id="284" r:id="rId16"/>
    <p:sldId id="286" r:id="rId17"/>
    <p:sldId id="291" r:id="rId18"/>
    <p:sldId id="292" r:id="rId19"/>
    <p:sldId id="293" r:id="rId20"/>
    <p:sldId id="295" r:id="rId21"/>
    <p:sldId id="296" r:id="rId22"/>
    <p:sldId id="297" r:id="rId23"/>
    <p:sldId id="294" r:id="rId24"/>
    <p:sldId id="299" r:id="rId25"/>
    <p:sldId id="301" r:id="rId26"/>
    <p:sldId id="302" r:id="rId27"/>
    <p:sldId id="303" r:id="rId28"/>
    <p:sldId id="300" r:id="rId29"/>
    <p:sldId id="304" r:id="rId30"/>
    <p:sldId id="305" r:id="rId31"/>
    <p:sldId id="30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BFDA3-DD81-4159-AE9E-917037F71BB7}" type="datetimeFigureOut">
              <a:rPr lang="en-PH" smtClean="0"/>
              <a:t>11/12/2023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E7CAF-DD7E-48A3-A1C3-2FA91D60F2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083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45CA-7085-6ADE-3FB2-1AFCF03CB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CA74F-FC16-D45C-A8CD-AC69FA62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CFF31-1489-B762-E9EA-CF1F7F3F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D006-FB27-4A8D-8125-B74027DC03CD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DAAD3-ABF0-7FB3-64EB-95DA09F9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3E2F-CD1B-5017-E065-F96655B0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884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66D6-7873-2142-C84E-FC4F9AC91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8596-2A52-CFF7-B74E-3BF4A0A4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B21F0-66C8-1E19-4781-18B686C8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094B5-1EFF-4D17-9D84-6173287A546A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98FE7-0D1B-C309-97AE-54C61517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39219-E7A2-538F-5501-FFD40E30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854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D8BB-736E-7012-0BF0-34FDBE97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157C9-A7B4-9744-FF49-CE88B9807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D8DFE-E5D5-EA5E-6449-1D0FB570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A395-5C27-4B2C-9640-749C8ECDE263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1847-0EC5-7243-AF77-B7F852AE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06D5-A3A5-9CD3-30C1-8FF20CF7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425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7E65-CAE0-8E0C-65E9-0EA36F7E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1691D-589B-4A46-2265-7634B4B2A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37A4D-F118-340E-E4BB-8AE4C465C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1E271-839B-9577-CED0-7E7DF76C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99A5-4E9F-4EDD-A993-532346BA6D71}" type="datetime1">
              <a:rPr lang="en-PH" smtClean="0"/>
              <a:t>11/12/2023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69E8C-8AE9-CD54-65D5-F2D0DB1D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351E3-F43D-EF06-8DA7-AB4E8CAA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272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AD1F-CF7D-1BB0-C2AB-92F8AFDA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954FD-63DA-D388-E49B-BD5C1427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C6C09-9F0E-7F8E-1327-4D1EF3F0E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111D54-E18F-20E9-76D8-21AAC26D0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0713A-11CF-0BC0-7A28-C89704C2F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A6B2D-29C1-F89A-CFAC-EB30BF88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81AB-798F-4A9D-9EC1-165A25500604}" type="datetime1">
              <a:rPr lang="en-PH" smtClean="0"/>
              <a:t>11/12/2023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97826-D313-269B-FC90-A3AE222F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20DCB-8D7C-67DE-0DBF-541E8318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686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A428-705A-8B1A-1D0C-3593EA5C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E1993-C867-16A7-2709-5C5BCBA7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1011-5A2E-40B8-B9A7-E72EAB5746E7}" type="datetime1">
              <a:rPr lang="en-PH" smtClean="0"/>
              <a:t>11/12/2023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0E0FF-F31E-0935-277F-1E52DF19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4E4A3-D428-F224-E218-6DA68F23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62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DD650-F2F5-75BA-F764-04BD0DEF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A180-A61E-40F2-A25A-6C2D5BB8DBCC}" type="datetime1">
              <a:rPr lang="en-PH" smtClean="0"/>
              <a:t>11/12/2023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80F29-9FD0-32B1-F833-63138D66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DB629-4AE8-B18E-0A5E-0199B14E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334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39E0-EFA4-6E09-3356-F140FD6F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E80B-9616-6082-827A-C3907A65B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29125-9681-4224-A4AC-9307C8F08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1FBED-A1B8-FAC5-F71E-E9277338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BFC0D-2EA2-4387-83DC-E240F95E39FA}" type="datetime1">
              <a:rPr lang="en-PH" smtClean="0"/>
              <a:t>11/12/2023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02B16-424D-5527-D9C3-01DDF04C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368B4-CA2A-B080-AC63-C7B02277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662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E5DB-2163-0F3A-6290-10720556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E990D-79C0-9DB8-9C6D-DE927C283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80EFD-DCC1-0F03-0C3E-537685985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4AB65-8885-F01C-11EE-5C7990D3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A662-3C95-448B-8B9B-47A04B1E3B4E}" type="datetime1">
              <a:rPr lang="en-PH" smtClean="0"/>
              <a:t>11/12/2023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41EBA-AD29-73EF-392B-ACD30CE3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FE62F-13E3-96C4-9E5E-D54C9BDF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27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D901-0DDA-DC5D-532E-6A5160F3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06E60-8877-C7E5-E323-C5FAEAA78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72299-C746-8106-3B2A-7C354F5D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1C262-5302-463D-B92B-B77E04030928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811F4-4DCA-57D3-8311-84AC73D4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31AC-9598-BE7F-F4EF-F87BC596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861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8DFBF-019D-CB26-06DB-62C9C8C11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99386-B975-8DD9-56DA-5FC3F6E2D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D0EE-81D1-43E9-91F9-2A7FF6F8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33EB-4AC6-4695-BD20-2EF105CC26C8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6CB28-7863-FDDA-21CB-78CC6921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ED5F2-9CA4-5597-1DFA-D88CC567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078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97474-C8E6-AA99-2F64-6186F2B0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DE6A3-5860-1EA2-E593-9D263F499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2983-63BD-4F9C-6FA5-E4B55CB25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C36A-9103-4A14-B77A-DA3CE03D4C85}" type="datetime1">
              <a:rPr lang="en-PH" smtClean="0"/>
              <a:t>11/12/2023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5B37D-2314-ECBD-2A47-9979F2E06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JOSE YULO MANZANERO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E9DB3-9F55-DB31-2993-3B14A3D4D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210C-124A-45CD-8D3C-27F9710B1E8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070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ircuit board&#10;&#10;Description automatically generated">
            <a:extLst>
              <a:ext uri="{FF2B5EF4-FFF2-40B4-BE49-F238E27FC236}">
                <a16:creationId xmlns:a16="http://schemas.microsoft.com/office/drawing/2014/main" id="{3F01F21E-F55D-2EEA-26E0-26AC9D7C90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7" t="5837" r="9154" b="4027"/>
          <a:stretch/>
        </p:blipFill>
        <p:spPr>
          <a:xfrm>
            <a:off x="-102637" y="-70050"/>
            <a:ext cx="8518850" cy="6998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4F0A2-5956-35F6-13FB-ABA5D39A6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167" y="2267339"/>
            <a:ext cx="6483666" cy="124262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PH" sz="8000" b="1" dirty="0"/>
              <a:t>Arduino + HC05</a:t>
            </a:r>
          </a:p>
        </p:txBody>
      </p:sp>
      <p:pic>
        <p:nvPicPr>
          <p:cNvPr id="10" name="Picture 9" descr="A close-up of a circuit board&#10;&#10;Description automatically generated">
            <a:extLst>
              <a:ext uri="{FF2B5EF4-FFF2-40B4-BE49-F238E27FC236}">
                <a16:creationId xmlns:a16="http://schemas.microsoft.com/office/drawing/2014/main" id="{6F494770-B257-D52E-EC5D-B2DD06CC1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5471">
            <a:off x="6597409" y="2120773"/>
            <a:ext cx="4762500" cy="4762500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41C0EA5-F3A8-7D81-4CA3-8A6E710D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416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Bluetooth Module</a:t>
            </a:r>
          </a:p>
        </p:txBody>
      </p:sp>
      <p:pic>
        <p:nvPicPr>
          <p:cNvPr id="2050" name="Picture 2" descr="Buy Robocraze HC05 Bluetooth Transceiver Module with TTL Outputs Online at  desertcartPhilippines">
            <a:extLst>
              <a:ext uri="{FF2B5EF4-FFF2-40B4-BE49-F238E27FC236}">
                <a16:creationId xmlns:a16="http://schemas.microsoft.com/office/drawing/2014/main" id="{6C92DDEF-3599-34AF-C9F0-9EF621120E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9" t="10794" r="12370" b="8150"/>
          <a:stretch/>
        </p:blipFill>
        <p:spPr bwMode="auto">
          <a:xfrm>
            <a:off x="3582956" y="1325164"/>
            <a:ext cx="5047860" cy="546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31839-49A2-34A3-E0DB-D9F69ED6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427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Setup Code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9B6204-051D-FCEE-B3EE-5E4C5B68E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9916"/>
          <a:stretch/>
        </p:blipFill>
        <p:spPr>
          <a:xfrm>
            <a:off x="1362269" y="1295404"/>
            <a:ext cx="9467462" cy="54005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FE47CA-FB02-7C6C-498C-A999E33D1DED}"/>
              </a:ext>
            </a:extLst>
          </p:cNvPr>
          <p:cNvSpPr txBox="1"/>
          <p:nvPr/>
        </p:nvSpPr>
        <p:spPr>
          <a:xfrm>
            <a:off x="7492480" y="5208653"/>
            <a:ext cx="2976467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PH" sz="2000" b="1" dirty="0">
                <a:solidFill>
                  <a:schemeClr val="bg1"/>
                </a:solidFill>
              </a:rPr>
              <a:t>Upload code before connecting HC05 module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EA0FDB-E4DE-FDF6-DCB4-F7881E93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134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AF56-D4C1-BA62-9BAD-AC7023CF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Pins and Setup</a:t>
            </a:r>
            <a:endParaRPr lang="en-PH" dirty="0"/>
          </a:p>
        </p:txBody>
      </p:sp>
      <p:pic>
        <p:nvPicPr>
          <p:cNvPr id="1026" name="Picture 2" descr="AZDelivery HC-05 Integrated Wireless Serial Bluetooth RF Transceiver  Pass-Through RS232 Communication Port Module HC05 6 Pin Master-Slave  Extender Plate compatible with Arduino Including E-Book! : Amazon.co.uk:  Computers &amp; Accessories">
            <a:extLst>
              <a:ext uri="{FF2B5EF4-FFF2-40B4-BE49-F238E27FC236}">
                <a16:creationId xmlns:a16="http://schemas.microsoft.com/office/drawing/2014/main" id="{6157AFE0-D3F0-BDD0-ABD0-55B612A73D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2976"/>
            <a:ext cx="5436636" cy="543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8D7169-A819-1769-F1D6-3B850A204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01505"/>
              </p:ext>
            </p:extLst>
          </p:nvPr>
        </p:nvGraphicFramePr>
        <p:xfrm>
          <a:off x="6274836" y="1690688"/>
          <a:ext cx="3390122" cy="3072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061">
                  <a:extLst>
                    <a:ext uri="{9D8B030D-6E8A-4147-A177-3AD203B41FA5}">
                      <a16:colId xmlns:a16="http://schemas.microsoft.com/office/drawing/2014/main" val="1662256763"/>
                    </a:ext>
                  </a:extLst>
                </a:gridCol>
                <a:gridCol w="1695061">
                  <a:extLst>
                    <a:ext uri="{9D8B030D-6E8A-4147-A177-3AD203B41FA5}">
                      <a16:colId xmlns:a16="http://schemas.microsoft.com/office/drawing/2014/main" val="175466792"/>
                    </a:ext>
                  </a:extLst>
                </a:gridCol>
              </a:tblGrid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HC05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Arduino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4067416779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RX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PIN 11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1997762082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TX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PIN 10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299352672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GND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GND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2544149923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VCC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5V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705220210"/>
                  </a:ext>
                </a:extLst>
              </a:tr>
              <a:tr h="529707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EN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 dirty="0">
                          <a:effectLst/>
                        </a:rPr>
                        <a:t>PIN 9</a:t>
                      </a:r>
                      <a:endParaRPr lang="en-PH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3105336347"/>
                  </a:ext>
                </a:extLst>
              </a:tr>
            </a:tbl>
          </a:graphicData>
        </a:graphic>
      </p:graphicFrame>
      <p:sp>
        <p:nvSpPr>
          <p:cNvPr id="5" name="Arrow: Left 4">
            <a:extLst>
              <a:ext uri="{FF2B5EF4-FFF2-40B4-BE49-F238E27FC236}">
                <a16:creationId xmlns:a16="http://schemas.microsoft.com/office/drawing/2014/main" id="{87300F61-92E3-A4ED-2877-CE94472ED98D}"/>
              </a:ext>
            </a:extLst>
          </p:cNvPr>
          <p:cNvSpPr/>
          <p:nvPr/>
        </p:nvSpPr>
        <p:spPr>
          <a:xfrm>
            <a:off x="3396343" y="5033849"/>
            <a:ext cx="1287624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35EA0-9FAF-6E1B-04E1-471E280727F7}"/>
              </a:ext>
            </a:extLst>
          </p:cNvPr>
          <p:cNvSpPr txBox="1"/>
          <p:nvPr/>
        </p:nvSpPr>
        <p:spPr>
          <a:xfrm>
            <a:off x="4767943" y="5119770"/>
            <a:ext cx="5146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Hold this button before power until slow blink of LED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6B16AB-9D60-0766-169B-FE9E3B0C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29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A453F5-1356-8515-87EA-C8B5BA79B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1920"/>
            <a:ext cx="7396064" cy="4851692"/>
          </a:xfr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72B29428-A9B7-EA5B-C641-7A5261B02FD4}"/>
              </a:ext>
            </a:extLst>
          </p:cNvPr>
          <p:cNvSpPr/>
          <p:nvPr/>
        </p:nvSpPr>
        <p:spPr>
          <a:xfrm>
            <a:off x="2993571" y="4827052"/>
            <a:ext cx="3610947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Command to check HC05 comm port respond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057B5E9-F11F-D22E-2460-4BF054EB974F}"/>
              </a:ext>
            </a:extLst>
          </p:cNvPr>
          <p:cNvSpPr/>
          <p:nvPr/>
        </p:nvSpPr>
        <p:spPr>
          <a:xfrm>
            <a:off x="2993570" y="5913146"/>
            <a:ext cx="3610947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 confirm proper connection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CF129406-24D7-95AF-134D-1D8AE109C2A4}"/>
              </a:ext>
            </a:extLst>
          </p:cNvPr>
          <p:cNvSpPr/>
          <p:nvPr/>
        </p:nvSpPr>
        <p:spPr>
          <a:xfrm>
            <a:off x="2415072" y="4866247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F21F9391-99AC-DF2A-872C-3D88FA38D756}"/>
              </a:ext>
            </a:extLst>
          </p:cNvPr>
          <p:cNvSpPr/>
          <p:nvPr/>
        </p:nvSpPr>
        <p:spPr>
          <a:xfrm>
            <a:off x="2415072" y="5950468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C3B1C-590C-7770-A1DB-385B28BF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207" y="5194654"/>
            <a:ext cx="3461662" cy="1188958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F8C81F3A-1ED4-1E18-BBEA-FD00A99573B0}"/>
              </a:ext>
            </a:extLst>
          </p:cNvPr>
          <p:cNvSpPr/>
          <p:nvPr/>
        </p:nvSpPr>
        <p:spPr>
          <a:xfrm>
            <a:off x="8416207" y="5001855"/>
            <a:ext cx="3610947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Must be in same settings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FF290A-15E8-9D2F-A560-D65552CB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2214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F9FA116-2993-C917-A158-9441C6AB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123" y="4228991"/>
            <a:ext cx="3497883" cy="25148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ABB4C45-17D3-ABD0-A88D-B0263CB39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5275" y="1825625"/>
            <a:ext cx="3500300" cy="2308225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CA6E3F-E2E7-654D-CB14-C5C366D84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240" y="1901413"/>
            <a:ext cx="3574090" cy="2156647"/>
          </a:xfrm>
          <a:prstGeom prst="rect">
            <a:avLst/>
          </a:prstGeom>
        </p:spPr>
      </p:pic>
      <p:sp>
        <p:nvSpPr>
          <p:cNvPr id="18" name="Parallelogram 17">
            <a:extLst>
              <a:ext uri="{FF2B5EF4-FFF2-40B4-BE49-F238E27FC236}">
                <a16:creationId xmlns:a16="http://schemas.microsoft.com/office/drawing/2014/main" id="{ED39F51C-BB7D-94B3-010C-C006F84B71B2}"/>
              </a:ext>
            </a:extLst>
          </p:cNvPr>
          <p:cNvSpPr/>
          <p:nvPr/>
        </p:nvSpPr>
        <p:spPr>
          <a:xfrm>
            <a:off x="2886269" y="3142897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name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D05D650-6040-F59F-70A2-96CB4ACA60FB}"/>
              </a:ext>
            </a:extLst>
          </p:cNvPr>
          <p:cNvSpPr/>
          <p:nvPr/>
        </p:nvSpPr>
        <p:spPr>
          <a:xfrm>
            <a:off x="2307770" y="3182092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B01AA205-9318-FA97-D91C-529E756F482D}"/>
              </a:ext>
            </a:extLst>
          </p:cNvPr>
          <p:cNvSpPr/>
          <p:nvPr/>
        </p:nvSpPr>
        <p:spPr>
          <a:xfrm>
            <a:off x="2886268" y="3818408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4D1BBEA-A257-A87C-0400-C35E75581B62}"/>
              </a:ext>
            </a:extLst>
          </p:cNvPr>
          <p:cNvSpPr/>
          <p:nvPr/>
        </p:nvSpPr>
        <p:spPr>
          <a:xfrm>
            <a:off x="2307769" y="3857603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46ADB2A-D846-800C-1FAF-5962FA1CC0F6}"/>
              </a:ext>
            </a:extLst>
          </p:cNvPr>
          <p:cNvSpPr/>
          <p:nvPr/>
        </p:nvSpPr>
        <p:spPr>
          <a:xfrm>
            <a:off x="9028922" y="3285364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Set new name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231CEB27-1A0C-BEE5-B2F7-561F7A9C7473}"/>
              </a:ext>
            </a:extLst>
          </p:cNvPr>
          <p:cNvSpPr/>
          <p:nvPr/>
        </p:nvSpPr>
        <p:spPr>
          <a:xfrm>
            <a:off x="8450423" y="3324559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D196D887-A52C-DA7B-3D96-528730C0F63B}"/>
              </a:ext>
            </a:extLst>
          </p:cNvPr>
          <p:cNvSpPr/>
          <p:nvPr/>
        </p:nvSpPr>
        <p:spPr>
          <a:xfrm>
            <a:off x="9028921" y="3960875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FF0B34D5-165F-0F2C-FCDB-42E622AF2BCB}"/>
              </a:ext>
            </a:extLst>
          </p:cNvPr>
          <p:cNvSpPr/>
          <p:nvPr/>
        </p:nvSpPr>
        <p:spPr>
          <a:xfrm>
            <a:off x="8450422" y="4000070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FC2F2E23-6928-E940-A437-C6F6F13A5A0A}"/>
              </a:ext>
            </a:extLst>
          </p:cNvPr>
          <p:cNvSpPr/>
          <p:nvPr/>
        </p:nvSpPr>
        <p:spPr>
          <a:xfrm>
            <a:off x="6096000" y="5566669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new name</a:t>
            </a: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8DF1DB69-6836-5A0C-5ED6-A32614838620}"/>
              </a:ext>
            </a:extLst>
          </p:cNvPr>
          <p:cNvSpPr/>
          <p:nvPr/>
        </p:nvSpPr>
        <p:spPr>
          <a:xfrm>
            <a:off x="5517501" y="5605864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6394E22-8E5E-F097-9503-A87486E516DC}"/>
              </a:ext>
            </a:extLst>
          </p:cNvPr>
          <p:cNvSpPr/>
          <p:nvPr/>
        </p:nvSpPr>
        <p:spPr>
          <a:xfrm>
            <a:off x="6095999" y="6242180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D0AE4CF7-5625-6AEC-54F2-7E44ACB4A422}"/>
              </a:ext>
            </a:extLst>
          </p:cNvPr>
          <p:cNvSpPr/>
          <p:nvPr/>
        </p:nvSpPr>
        <p:spPr>
          <a:xfrm>
            <a:off x="5517500" y="6281375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C0093508-7B84-3093-DCC5-2E96A106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645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604D4D-FCF9-A11E-FBC5-A833024D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994" y="4158127"/>
            <a:ext cx="3551228" cy="2659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8908F7-525E-C4EB-2E97-A53568F6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753" y="1848593"/>
            <a:ext cx="3505504" cy="218713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EE47E3-E346-47BF-89BA-4C175E758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89748" y="1729883"/>
            <a:ext cx="3513124" cy="234716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ED39F51C-BB7D-94B3-010C-C006F84B71B2}"/>
              </a:ext>
            </a:extLst>
          </p:cNvPr>
          <p:cNvSpPr/>
          <p:nvPr/>
        </p:nvSpPr>
        <p:spPr>
          <a:xfrm>
            <a:off x="2886269" y="3142897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password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D05D650-6040-F59F-70A2-96CB4ACA60FB}"/>
              </a:ext>
            </a:extLst>
          </p:cNvPr>
          <p:cNvSpPr/>
          <p:nvPr/>
        </p:nvSpPr>
        <p:spPr>
          <a:xfrm>
            <a:off x="2307770" y="3182092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B01AA205-9318-FA97-D91C-529E756F482D}"/>
              </a:ext>
            </a:extLst>
          </p:cNvPr>
          <p:cNvSpPr/>
          <p:nvPr/>
        </p:nvSpPr>
        <p:spPr>
          <a:xfrm>
            <a:off x="2886268" y="3818408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4D1BBEA-A257-A87C-0400-C35E75581B62}"/>
              </a:ext>
            </a:extLst>
          </p:cNvPr>
          <p:cNvSpPr/>
          <p:nvPr/>
        </p:nvSpPr>
        <p:spPr>
          <a:xfrm>
            <a:off x="2307769" y="3857603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46ADB2A-D846-800C-1FAF-5962FA1CC0F6}"/>
              </a:ext>
            </a:extLst>
          </p:cNvPr>
          <p:cNvSpPr/>
          <p:nvPr/>
        </p:nvSpPr>
        <p:spPr>
          <a:xfrm>
            <a:off x="9028922" y="3285364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Set new password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231CEB27-1A0C-BEE5-B2F7-561F7A9C7473}"/>
              </a:ext>
            </a:extLst>
          </p:cNvPr>
          <p:cNvSpPr/>
          <p:nvPr/>
        </p:nvSpPr>
        <p:spPr>
          <a:xfrm>
            <a:off x="8450423" y="3324559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D196D887-A52C-DA7B-3D96-528730C0F63B}"/>
              </a:ext>
            </a:extLst>
          </p:cNvPr>
          <p:cNvSpPr/>
          <p:nvPr/>
        </p:nvSpPr>
        <p:spPr>
          <a:xfrm>
            <a:off x="9028921" y="3960875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FF0B34D5-165F-0F2C-FCDB-42E622AF2BCB}"/>
              </a:ext>
            </a:extLst>
          </p:cNvPr>
          <p:cNvSpPr/>
          <p:nvPr/>
        </p:nvSpPr>
        <p:spPr>
          <a:xfrm>
            <a:off x="8450422" y="4000070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FC2F2E23-6928-E940-A437-C6F6F13A5A0A}"/>
              </a:ext>
            </a:extLst>
          </p:cNvPr>
          <p:cNvSpPr/>
          <p:nvPr/>
        </p:nvSpPr>
        <p:spPr>
          <a:xfrm>
            <a:off x="6096000" y="5566669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new password</a:t>
            </a: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8DF1DB69-6836-5A0C-5ED6-A32614838620}"/>
              </a:ext>
            </a:extLst>
          </p:cNvPr>
          <p:cNvSpPr/>
          <p:nvPr/>
        </p:nvSpPr>
        <p:spPr>
          <a:xfrm>
            <a:off x="5517501" y="5605864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6394E22-8E5E-F097-9503-A87486E516DC}"/>
              </a:ext>
            </a:extLst>
          </p:cNvPr>
          <p:cNvSpPr/>
          <p:nvPr/>
        </p:nvSpPr>
        <p:spPr>
          <a:xfrm>
            <a:off x="6095999" y="6242180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D0AE4CF7-5625-6AEC-54F2-7E44ACB4A422}"/>
              </a:ext>
            </a:extLst>
          </p:cNvPr>
          <p:cNvSpPr/>
          <p:nvPr/>
        </p:nvSpPr>
        <p:spPr>
          <a:xfrm>
            <a:off x="5517500" y="6281375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4AECA-751C-6EBB-2030-7B5DA1D4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077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4AC9D8-EB6F-9564-E8DB-F65F5C72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41" y="4161408"/>
            <a:ext cx="3696020" cy="2263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ADC78B-BF47-5765-6101-F994AD49D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481" y="1801529"/>
            <a:ext cx="3551228" cy="227095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1E3425-39FB-F0BC-F84C-FC64D77BE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90829" y="1668360"/>
            <a:ext cx="3497883" cy="245385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ED39F51C-BB7D-94B3-010C-C006F84B71B2}"/>
              </a:ext>
            </a:extLst>
          </p:cNvPr>
          <p:cNvSpPr/>
          <p:nvPr/>
        </p:nvSpPr>
        <p:spPr>
          <a:xfrm>
            <a:off x="2886269" y="3142897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role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D05D650-6040-F59F-70A2-96CB4ACA60FB}"/>
              </a:ext>
            </a:extLst>
          </p:cNvPr>
          <p:cNvSpPr/>
          <p:nvPr/>
        </p:nvSpPr>
        <p:spPr>
          <a:xfrm>
            <a:off x="2307770" y="3182092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B01AA205-9318-FA97-D91C-529E756F482D}"/>
              </a:ext>
            </a:extLst>
          </p:cNvPr>
          <p:cNvSpPr/>
          <p:nvPr/>
        </p:nvSpPr>
        <p:spPr>
          <a:xfrm>
            <a:off x="2886268" y="3818408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4D1BBEA-A257-A87C-0400-C35E75581B62}"/>
              </a:ext>
            </a:extLst>
          </p:cNvPr>
          <p:cNvSpPr/>
          <p:nvPr/>
        </p:nvSpPr>
        <p:spPr>
          <a:xfrm>
            <a:off x="2307769" y="3857603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46ADB2A-D846-800C-1FAF-5962FA1CC0F6}"/>
              </a:ext>
            </a:extLst>
          </p:cNvPr>
          <p:cNvSpPr/>
          <p:nvPr/>
        </p:nvSpPr>
        <p:spPr>
          <a:xfrm>
            <a:off x="9028922" y="3285364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Set role to 0 (Slave)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231CEB27-1A0C-BEE5-B2F7-561F7A9C7473}"/>
              </a:ext>
            </a:extLst>
          </p:cNvPr>
          <p:cNvSpPr/>
          <p:nvPr/>
        </p:nvSpPr>
        <p:spPr>
          <a:xfrm>
            <a:off x="8450423" y="3324559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D196D887-A52C-DA7B-3D96-528730C0F63B}"/>
              </a:ext>
            </a:extLst>
          </p:cNvPr>
          <p:cNvSpPr/>
          <p:nvPr/>
        </p:nvSpPr>
        <p:spPr>
          <a:xfrm>
            <a:off x="9028921" y="3960875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FF0B34D5-165F-0F2C-FCDB-42E622AF2BCB}"/>
              </a:ext>
            </a:extLst>
          </p:cNvPr>
          <p:cNvSpPr/>
          <p:nvPr/>
        </p:nvSpPr>
        <p:spPr>
          <a:xfrm>
            <a:off x="8450422" y="4000070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FC2F2E23-6928-E940-A437-C6F6F13A5A0A}"/>
              </a:ext>
            </a:extLst>
          </p:cNvPr>
          <p:cNvSpPr/>
          <p:nvPr/>
        </p:nvSpPr>
        <p:spPr>
          <a:xfrm>
            <a:off x="6096000" y="5566669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Set role to 1 (Master)</a:t>
            </a: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8DF1DB69-6836-5A0C-5ED6-A32614838620}"/>
              </a:ext>
            </a:extLst>
          </p:cNvPr>
          <p:cNvSpPr/>
          <p:nvPr/>
        </p:nvSpPr>
        <p:spPr>
          <a:xfrm>
            <a:off x="5517501" y="5605864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6394E22-8E5E-F097-9503-A87486E516DC}"/>
              </a:ext>
            </a:extLst>
          </p:cNvPr>
          <p:cNvSpPr/>
          <p:nvPr/>
        </p:nvSpPr>
        <p:spPr>
          <a:xfrm>
            <a:off x="6095999" y="6242180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D0AE4CF7-5625-6AEC-54F2-7E44ACB4A422}"/>
              </a:ext>
            </a:extLst>
          </p:cNvPr>
          <p:cNvSpPr/>
          <p:nvPr/>
        </p:nvSpPr>
        <p:spPr>
          <a:xfrm>
            <a:off x="5517500" y="6281375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6D26D120-3D2F-1581-E53C-78FED33F25BB}"/>
              </a:ext>
            </a:extLst>
          </p:cNvPr>
          <p:cNvSpPr/>
          <p:nvPr/>
        </p:nvSpPr>
        <p:spPr>
          <a:xfrm>
            <a:off x="838200" y="5258759"/>
            <a:ext cx="2898374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Required for this activity is 0 (Slave)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61C0AC0-07EE-3D14-41CC-95FD32A08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944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C6FC68-C185-D89A-F3F2-2D686A41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3342" y="1633861"/>
            <a:ext cx="4025858" cy="273307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ED39F51C-BB7D-94B3-010C-C006F84B71B2}"/>
              </a:ext>
            </a:extLst>
          </p:cNvPr>
          <p:cNvSpPr/>
          <p:nvPr/>
        </p:nvSpPr>
        <p:spPr>
          <a:xfrm>
            <a:off x="3522546" y="3276004"/>
            <a:ext cx="2244092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HC05 module address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D05D650-6040-F59F-70A2-96CB4ACA60FB}"/>
              </a:ext>
            </a:extLst>
          </p:cNvPr>
          <p:cNvSpPr/>
          <p:nvPr/>
        </p:nvSpPr>
        <p:spPr>
          <a:xfrm>
            <a:off x="2944047" y="3315199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B01AA205-9318-FA97-D91C-529E756F482D}"/>
              </a:ext>
            </a:extLst>
          </p:cNvPr>
          <p:cNvSpPr/>
          <p:nvPr/>
        </p:nvSpPr>
        <p:spPr>
          <a:xfrm>
            <a:off x="3522545" y="3951515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4D1BBEA-A257-A87C-0400-C35E75581B62}"/>
              </a:ext>
            </a:extLst>
          </p:cNvPr>
          <p:cNvSpPr/>
          <p:nvPr/>
        </p:nvSpPr>
        <p:spPr>
          <a:xfrm>
            <a:off x="2944046" y="3990710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D825AA2-F1F0-95CB-9B60-2F5256F9495D}"/>
              </a:ext>
            </a:extLst>
          </p:cNvPr>
          <p:cNvSpPr/>
          <p:nvPr/>
        </p:nvSpPr>
        <p:spPr>
          <a:xfrm>
            <a:off x="6425363" y="3000751"/>
            <a:ext cx="3621833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Address can be seen on phone upon pairing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C4E222F-48F9-7BEB-E56F-B408B5F1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670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11B1F9-5D40-BCCC-AAE3-4D197310A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218" y="1690688"/>
            <a:ext cx="5276782" cy="345327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B6539E-0C29-3A53-FA15-0A5E51E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AT Commands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ED39F51C-BB7D-94B3-010C-C006F84B71B2}"/>
              </a:ext>
            </a:extLst>
          </p:cNvPr>
          <p:cNvSpPr/>
          <p:nvPr/>
        </p:nvSpPr>
        <p:spPr>
          <a:xfrm>
            <a:off x="3979746" y="3957139"/>
            <a:ext cx="2582028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Check HC05 module </a:t>
            </a:r>
            <a:r>
              <a:rPr lang="en-PH" dirty="0" err="1"/>
              <a:t>baudrate</a:t>
            </a:r>
            <a:endParaRPr lang="en-PH" dirty="0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D05D650-6040-F59F-70A2-96CB4ACA60FB}"/>
              </a:ext>
            </a:extLst>
          </p:cNvPr>
          <p:cNvSpPr/>
          <p:nvPr/>
        </p:nvSpPr>
        <p:spPr>
          <a:xfrm>
            <a:off x="3401247" y="3996334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B01AA205-9318-FA97-D91C-529E756F482D}"/>
              </a:ext>
            </a:extLst>
          </p:cNvPr>
          <p:cNvSpPr/>
          <p:nvPr/>
        </p:nvSpPr>
        <p:spPr>
          <a:xfrm>
            <a:off x="3979745" y="4632650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D4D1BBEA-A257-A87C-0400-C35E75581B62}"/>
              </a:ext>
            </a:extLst>
          </p:cNvPr>
          <p:cNvSpPr/>
          <p:nvPr/>
        </p:nvSpPr>
        <p:spPr>
          <a:xfrm>
            <a:off x="3401246" y="4671845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D825AA2-F1F0-95CB-9B60-2F5256F9495D}"/>
              </a:ext>
            </a:extLst>
          </p:cNvPr>
          <p:cNvSpPr/>
          <p:nvPr/>
        </p:nvSpPr>
        <p:spPr>
          <a:xfrm>
            <a:off x="6425363" y="3000751"/>
            <a:ext cx="3621833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This is the required for this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40E9F-023E-C8F8-1F07-D5D2BD62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545" y="3861279"/>
            <a:ext cx="4148808" cy="256536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91E0E73-4B1E-46F5-EB66-41D4FE09A7CC}"/>
              </a:ext>
            </a:extLst>
          </p:cNvPr>
          <p:cNvSpPr/>
          <p:nvPr/>
        </p:nvSpPr>
        <p:spPr>
          <a:xfrm>
            <a:off x="9588339" y="5571334"/>
            <a:ext cx="2582028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Set HC05 module </a:t>
            </a:r>
            <a:r>
              <a:rPr lang="en-PH" dirty="0" err="1"/>
              <a:t>baudrate</a:t>
            </a:r>
            <a:endParaRPr lang="en-PH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5826A9D3-7010-6971-656D-EB4DBEC29471}"/>
              </a:ext>
            </a:extLst>
          </p:cNvPr>
          <p:cNvSpPr/>
          <p:nvPr/>
        </p:nvSpPr>
        <p:spPr>
          <a:xfrm>
            <a:off x="9009840" y="5610529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F895BE2F-D298-E761-8429-AD37F1C75FBA}"/>
              </a:ext>
            </a:extLst>
          </p:cNvPr>
          <p:cNvSpPr/>
          <p:nvPr/>
        </p:nvSpPr>
        <p:spPr>
          <a:xfrm>
            <a:off x="9588338" y="6246845"/>
            <a:ext cx="2030965" cy="61582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Response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90F97445-D72F-311D-3FF1-49450AD101EA}"/>
              </a:ext>
            </a:extLst>
          </p:cNvPr>
          <p:cNvSpPr/>
          <p:nvPr/>
        </p:nvSpPr>
        <p:spPr>
          <a:xfrm>
            <a:off x="9009839" y="6286040"/>
            <a:ext cx="578498" cy="5411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BE8A1B0-D953-D211-DC7A-3E1D779C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1092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AF56-D4C1-BA62-9BAD-AC7023CF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Pins and Setup</a:t>
            </a:r>
            <a:endParaRPr lang="en-PH" dirty="0"/>
          </a:p>
        </p:txBody>
      </p:sp>
      <p:pic>
        <p:nvPicPr>
          <p:cNvPr id="1026" name="Picture 2" descr="AZDelivery HC-05 Integrated Wireless Serial Bluetooth RF Transceiver  Pass-Through RS232 Communication Port Module HC05 6 Pin Master-Slave  Extender Plate compatible with Arduino Including E-Book! : Amazon.co.uk:  Computers &amp; Accessories">
            <a:extLst>
              <a:ext uri="{FF2B5EF4-FFF2-40B4-BE49-F238E27FC236}">
                <a16:creationId xmlns:a16="http://schemas.microsoft.com/office/drawing/2014/main" id="{6157AFE0-D3F0-BDD0-ABD0-55B612A73D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2976"/>
            <a:ext cx="5436636" cy="543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8D7169-A819-1769-F1D6-3B850A204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30452"/>
              </p:ext>
            </p:extLst>
          </p:nvPr>
        </p:nvGraphicFramePr>
        <p:xfrm>
          <a:off x="6274836" y="1690688"/>
          <a:ext cx="3390122" cy="2542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061">
                  <a:extLst>
                    <a:ext uri="{9D8B030D-6E8A-4147-A177-3AD203B41FA5}">
                      <a16:colId xmlns:a16="http://schemas.microsoft.com/office/drawing/2014/main" val="1662256763"/>
                    </a:ext>
                  </a:extLst>
                </a:gridCol>
                <a:gridCol w="1695061">
                  <a:extLst>
                    <a:ext uri="{9D8B030D-6E8A-4147-A177-3AD203B41FA5}">
                      <a16:colId xmlns:a16="http://schemas.microsoft.com/office/drawing/2014/main" val="175466792"/>
                    </a:ext>
                  </a:extLst>
                </a:gridCol>
              </a:tblGrid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 dirty="0">
                          <a:effectLst/>
                        </a:rPr>
                        <a:t>HC05</a:t>
                      </a:r>
                      <a:endParaRPr lang="en-PH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Arduino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4067416779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RX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PIN 11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1997762082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TX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PIN 10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299352672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GND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GND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2544149923"/>
                  </a:ext>
                </a:extLst>
              </a:tr>
              <a:tr h="508518"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>
                          <a:effectLst/>
                        </a:rPr>
                        <a:t>VCC</a:t>
                      </a:r>
                      <a:endParaRPr lang="en-PH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3100" u="none" strike="noStrike" dirty="0">
                          <a:effectLst/>
                        </a:rPr>
                        <a:t>5V</a:t>
                      </a:r>
                      <a:endParaRPr lang="en-PH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188" marR="21188" marT="21188" marB="0" anchor="b"/>
                </a:tc>
                <a:extLst>
                  <a:ext uri="{0D108BD9-81ED-4DB2-BD59-A6C34878D82A}">
                    <a16:rowId xmlns:a16="http://schemas.microsoft.com/office/drawing/2014/main" val="70522021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6925D-802A-B744-9F21-989B25A8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003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0BEB47-8CBB-3185-698C-C0E6BE1D2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1882"/>
          <a:stretch/>
        </p:blipFill>
        <p:spPr>
          <a:xfrm>
            <a:off x="1156997" y="1448225"/>
            <a:ext cx="9878006" cy="42154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Setup Code</a:t>
            </a:r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E47CA-FB02-7C6C-498C-A999E33D1DED}"/>
              </a:ext>
            </a:extLst>
          </p:cNvPr>
          <p:cNvSpPr txBox="1"/>
          <p:nvPr/>
        </p:nvSpPr>
        <p:spPr>
          <a:xfrm>
            <a:off x="2606350" y="6092765"/>
            <a:ext cx="6979299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000" b="1" dirty="0">
                <a:highlight>
                  <a:srgbClr val="C0C0C0"/>
                </a:highlight>
              </a:rPr>
              <a:t>Use sample code for function test of HC05 module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ADD6C3-3271-FC5F-D958-BF5450A1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902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46E1C2-AE83-3429-0F8B-C8F3BCBCA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6050" y="365125"/>
            <a:ext cx="4024606" cy="62685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HC05 – Modify code</a:t>
            </a:r>
            <a:endParaRPr lang="en-PH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15BB0A11-EB01-0EC1-456F-45267AFDE3E7}"/>
              </a:ext>
            </a:extLst>
          </p:cNvPr>
          <p:cNvSpPr/>
          <p:nvPr/>
        </p:nvSpPr>
        <p:spPr>
          <a:xfrm>
            <a:off x="1297988" y="1690688"/>
            <a:ext cx="453623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Upload this modified code to Arduino then connect HC-05 module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EE66EB9-843C-8403-1BDF-C80E5F6C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83992"/>
              </p:ext>
            </p:extLst>
          </p:nvPr>
        </p:nvGraphicFramePr>
        <p:xfrm>
          <a:off x="3566104" y="4166765"/>
          <a:ext cx="2949772" cy="2212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4886">
                  <a:extLst>
                    <a:ext uri="{9D8B030D-6E8A-4147-A177-3AD203B41FA5}">
                      <a16:colId xmlns:a16="http://schemas.microsoft.com/office/drawing/2014/main" val="1662256763"/>
                    </a:ext>
                  </a:extLst>
                </a:gridCol>
                <a:gridCol w="1474886">
                  <a:extLst>
                    <a:ext uri="{9D8B030D-6E8A-4147-A177-3AD203B41FA5}">
                      <a16:colId xmlns:a16="http://schemas.microsoft.com/office/drawing/2014/main" val="175466792"/>
                    </a:ext>
                  </a:extLst>
                </a:gridCol>
              </a:tblGrid>
              <a:tr h="442466"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 dirty="0">
                          <a:effectLst/>
                        </a:rPr>
                        <a:t>HC05</a:t>
                      </a:r>
                      <a:endParaRPr lang="en-PH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Arduino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extLst>
                  <a:ext uri="{0D108BD9-81ED-4DB2-BD59-A6C34878D82A}">
                    <a16:rowId xmlns:a16="http://schemas.microsoft.com/office/drawing/2014/main" val="4067416779"/>
                  </a:ext>
                </a:extLst>
              </a:tr>
              <a:tr h="442466"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RX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PIN 11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extLst>
                  <a:ext uri="{0D108BD9-81ED-4DB2-BD59-A6C34878D82A}">
                    <a16:rowId xmlns:a16="http://schemas.microsoft.com/office/drawing/2014/main" val="1997762082"/>
                  </a:ext>
                </a:extLst>
              </a:tr>
              <a:tr h="442466"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TX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PIN 10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extLst>
                  <a:ext uri="{0D108BD9-81ED-4DB2-BD59-A6C34878D82A}">
                    <a16:rowId xmlns:a16="http://schemas.microsoft.com/office/drawing/2014/main" val="299352672"/>
                  </a:ext>
                </a:extLst>
              </a:tr>
              <a:tr h="442466"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GND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GND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extLst>
                  <a:ext uri="{0D108BD9-81ED-4DB2-BD59-A6C34878D82A}">
                    <a16:rowId xmlns:a16="http://schemas.microsoft.com/office/drawing/2014/main" val="2544149923"/>
                  </a:ext>
                </a:extLst>
              </a:tr>
              <a:tr h="442466"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>
                          <a:effectLst/>
                        </a:rPr>
                        <a:t>VCC</a:t>
                      </a:r>
                      <a:endParaRPr lang="en-PH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sz="2700" u="none" strike="noStrike" dirty="0">
                          <a:effectLst/>
                        </a:rPr>
                        <a:t>5V</a:t>
                      </a:r>
                      <a:endParaRPr lang="en-PH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36" marR="18436" marT="18436" marB="0" anchor="b"/>
                </a:tc>
                <a:extLst>
                  <a:ext uri="{0D108BD9-81ED-4DB2-BD59-A6C34878D82A}">
                    <a16:rowId xmlns:a16="http://schemas.microsoft.com/office/drawing/2014/main" val="705220210"/>
                  </a:ext>
                </a:extLst>
              </a:tr>
            </a:tbl>
          </a:graphicData>
        </a:graphic>
      </p:graphicFrame>
      <p:pic>
        <p:nvPicPr>
          <p:cNvPr id="15" name="Picture 14" descr="A close-up of a circuit board&#10;&#10;Description automatically generated">
            <a:extLst>
              <a:ext uri="{FF2B5EF4-FFF2-40B4-BE49-F238E27FC236}">
                <a16:creationId xmlns:a16="http://schemas.microsoft.com/office/drawing/2014/main" id="{DD4A4F0C-68AF-B755-67EF-7AA750B8F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8559"/>
            <a:ext cx="4065106" cy="4065106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A660C16-3CBF-2800-A8D3-14F4AD8D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037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B44E05-15A2-5A47-0465-21B2ECFA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Creating android app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637F0-88FD-4F22-2CA0-CD0BEEBC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9ED58-93C2-6157-9908-2F2D6991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8317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0BC387-3F51-CAF6-0B7C-173CEA112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7745"/>
          <a:stretch/>
        </p:blipFill>
        <p:spPr>
          <a:xfrm>
            <a:off x="1443135" y="1534306"/>
            <a:ext cx="9305730" cy="1591449"/>
          </a:xfr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4505130" y="2279499"/>
            <a:ext cx="3920412" cy="615820"/>
          </a:xfrm>
          <a:prstGeom prst="parallelogram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Register using personal e-mail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>
            <a:off x="3926631" y="2318694"/>
            <a:ext cx="578498" cy="541175"/>
          </a:xfrm>
          <a:prstGeom prst="lef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8D675D-899B-B007-D68B-DC68E316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35" y="3523325"/>
            <a:ext cx="7720832" cy="1996768"/>
          </a:xfrm>
          <a:prstGeom prst="rect">
            <a:avLst/>
          </a:prstGeom>
        </p:spPr>
      </p:pic>
      <p:sp>
        <p:nvSpPr>
          <p:cNvPr id="12" name="Parallelogram 11">
            <a:extLst>
              <a:ext uri="{FF2B5EF4-FFF2-40B4-BE49-F238E27FC236}">
                <a16:creationId xmlns:a16="http://schemas.microsoft.com/office/drawing/2014/main" id="{13E52420-A838-F502-ECF9-4F59E8773F02}"/>
              </a:ext>
            </a:extLst>
          </p:cNvPr>
          <p:cNvSpPr/>
          <p:nvPr/>
        </p:nvSpPr>
        <p:spPr>
          <a:xfrm>
            <a:off x="6096000" y="3732246"/>
            <a:ext cx="3920412" cy="615820"/>
          </a:xfrm>
          <a:prstGeom prst="parallelogram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Project name will appear on your phone upon installation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9EBAD93-AD92-B535-FA3C-F90332C6123C}"/>
              </a:ext>
            </a:extLst>
          </p:cNvPr>
          <p:cNvSpPr/>
          <p:nvPr/>
        </p:nvSpPr>
        <p:spPr>
          <a:xfrm>
            <a:off x="5517501" y="3771441"/>
            <a:ext cx="578498" cy="541175"/>
          </a:xfrm>
          <a:prstGeom prst="lef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0A4C70F-729B-9502-9D69-C3E84322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3952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FE45814-64AE-6D35-BB54-B29002CD7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482" y="1207408"/>
            <a:ext cx="6351036" cy="558777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Drag and drop to screen to add object to app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2341984" y="4352767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0FE1D6-88D1-A5B4-8956-E15ECE4D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7862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562ED1-4E37-9915-3835-96BC0B5A1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874" y="1438788"/>
            <a:ext cx="7664252" cy="512501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Drag and drop to screen to add object to app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778683" y="5276826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1BF9C-839C-5F5F-C301-1F985919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875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026137-62AD-781E-31C6-4B0BE90AC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672" y="1361204"/>
            <a:ext cx="8428656" cy="528018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Drag and drop to screen to add object to app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303174" y="3931626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7EB750-3041-1ED8-6EEF-DCB8FEBF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6350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F7DEC3C-65A1-4454-456C-42A8DC796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407" y="1591180"/>
            <a:ext cx="7580624" cy="522206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Drag and drop to screen to add object to app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303174" y="3931626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C77A55A-E850-8030-DC4E-2D074442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0335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89E555-9D4C-3375-2326-D1A062312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567" y="1436914"/>
            <a:ext cx="8006866" cy="512876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Drag and drop to screen to add object to app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303174" y="5069961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06930-91A9-DC99-5F8A-77B580B2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1245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5FF78C5-6F65-735E-83FF-3E0A94BDB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409" y="1446245"/>
            <a:ext cx="8707182" cy="51100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12572" y="2793291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Edit object properties to match sample below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>
            <a:off x="9458129" y="1813577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14A55F7-708A-0B49-6055-C1F1B32F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049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BC85C2-B1C3-0ABF-A18C-B9B445AC0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029" y="1247657"/>
            <a:ext cx="5529942" cy="55072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Switch to block to set the app program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>
            <a:off x="8179835" y="1813577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DD5434F-B9EC-98C8-3366-C74A579B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89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E9B603B-EFD3-7566-D930-5DB6DB539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1780" y="1206153"/>
            <a:ext cx="6108440" cy="559028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8098972" y="191589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Most code blocks can be found in this section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2284042" y="4258197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543D7D5-A611-850B-2615-338D2948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1138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BC06C3-F909-80F4-C0AD-0D93C7656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38" y="1427584"/>
            <a:ext cx="11576524" cy="514742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8098972" y="191589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Copy this code blocks for this activity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9D29A-8F19-486A-5253-C92FD0D7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1695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290EA9-F3E8-97B1-9994-D31FA7356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238" y="1418254"/>
            <a:ext cx="9519524" cy="516608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631233" y="3315806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Compile and generate </a:t>
            </a:r>
            <a:r>
              <a:rPr lang="en-PH" dirty="0" err="1"/>
              <a:t>apk</a:t>
            </a:r>
            <a:r>
              <a:rPr lang="en-PH" dirty="0"/>
              <a:t> installer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6714929" y="1580312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0FA8F8-15AC-9700-5D44-A6A1DDF9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9531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DBC2EC7-236A-9493-40CF-8E184C997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157" y="2258009"/>
            <a:ext cx="12236314" cy="348657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2939143" y="1542989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Wait until completion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259702" y="3460119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07ADB84-6EB7-CB05-A541-8AD74084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1902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DE726A-3246-8D01-DE01-099473A37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0131" y="1320165"/>
            <a:ext cx="6991738" cy="536225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MIT App Inventor </a:t>
            </a:r>
            <a:endParaRPr lang="en-PH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35F8A52-94D3-1679-1D64-A7B29C049B2C}"/>
              </a:ext>
            </a:extLst>
          </p:cNvPr>
          <p:cNvSpPr/>
          <p:nvPr/>
        </p:nvSpPr>
        <p:spPr>
          <a:xfrm>
            <a:off x="6430348" y="1197757"/>
            <a:ext cx="4421154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Installer can be manual download or use QR code to install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2769637" y="3730706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B8704C6C-29D7-219D-D892-9117BDD6E153}"/>
              </a:ext>
            </a:extLst>
          </p:cNvPr>
          <p:cNvSpPr/>
          <p:nvPr/>
        </p:nvSpPr>
        <p:spPr>
          <a:xfrm flipH="1">
            <a:off x="5806751" y="3645380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175B085-9F39-BCE4-F943-BFFD3514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8272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Phone and Arduino Connection</a:t>
            </a:r>
            <a:endParaRPr lang="en-P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525BF2-DEB2-D83C-DB1F-6E0557AE4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D154A3D-6E59-F8FF-35D4-E93A77EF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2716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No description available.">
            <a:extLst>
              <a:ext uri="{FF2B5EF4-FFF2-40B4-BE49-F238E27FC236}">
                <a16:creationId xmlns:a16="http://schemas.microsoft.com/office/drawing/2014/main" id="{C15DCCD8-FFC7-02A6-768A-BAFE61637B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79" b="35800"/>
          <a:stretch/>
        </p:blipFill>
        <p:spPr bwMode="auto">
          <a:xfrm>
            <a:off x="1804693" y="2586426"/>
            <a:ext cx="3960846" cy="27279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Manual Pairing</a:t>
            </a:r>
            <a:endParaRPr lang="en-PH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184983" y="4773229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4340" name="Picture 4" descr="No description available.">
            <a:extLst>
              <a:ext uri="{FF2B5EF4-FFF2-40B4-BE49-F238E27FC236}">
                <a16:creationId xmlns:a16="http://schemas.microsoft.com/office/drawing/2014/main" id="{8D4696DF-2823-BEB4-517B-33685C2C5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85" b="43460"/>
          <a:stretch/>
        </p:blipFill>
        <p:spPr bwMode="auto">
          <a:xfrm>
            <a:off x="6096000" y="2595866"/>
            <a:ext cx="3791914" cy="271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16469B10-0CB6-7D09-D8A7-CAF61F424BF8}"/>
              </a:ext>
            </a:extLst>
          </p:cNvPr>
          <p:cNvSpPr/>
          <p:nvPr/>
        </p:nvSpPr>
        <p:spPr>
          <a:xfrm>
            <a:off x="2939143" y="1542989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Manual pair once to add in paired devices list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1B36E-54C6-BBB6-84CD-B5A1784B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7910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No description available.">
            <a:extLst>
              <a:ext uri="{FF2B5EF4-FFF2-40B4-BE49-F238E27FC236}">
                <a16:creationId xmlns:a16="http://schemas.microsoft.com/office/drawing/2014/main" id="{1AAF59BF-0997-DB94-0D89-B05B63620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0"/>
          <a:stretch/>
        </p:blipFill>
        <p:spPr bwMode="auto">
          <a:xfrm>
            <a:off x="4581423" y="2309947"/>
            <a:ext cx="3248025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No description available.">
            <a:extLst>
              <a:ext uri="{FF2B5EF4-FFF2-40B4-BE49-F238E27FC236}">
                <a16:creationId xmlns:a16="http://schemas.microsoft.com/office/drawing/2014/main" id="{A85350AC-80D5-5D1F-E096-BC851AC1B2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0"/>
          <a:stretch/>
        </p:blipFill>
        <p:spPr bwMode="auto">
          <a:xfrm>
            <a:off x="1184983" y="2309947"/>
            <a:ext cx="3248025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No description available.">
            <a:extLst>
              <a:ext uri="{FF2B5EF4-FFF2-40B4-BE49-F238E27FC236}">
                <a16:creationId xmlns:a16="http://schemas.microsoft.com/office/drawing/2014/main" id="{DCF7FB69-17C0-56A6-CF8F-F262E0B8D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1"/>
          <a:stretch/>
        </p:blipFill>
        <p:spPr bwMode="auto">
          <a:xfrm>
            <a:off x="7977863" y="2309947"/>
            <a:ext cx="3248025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App Pairing</a:t>
            </a:r>
            <a:endParaRPr lang="en-PH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606485" y="2729824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6469B10-0CB6-7D09-D8A7-CAF61F424BF8}"/>
              </a:ext>
            </a:extLst>
          </p:cNvPr>
          <p:cNvSpPr/>
          <p:nvPr/>
        </p:nvSpPr>
        <p:spPr>
          <a:xfrm>
            <a:off x="2939143" y="1542989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Pair HC05 module using the created app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2C621F2D-1369-4BDB-C48E-713C4D836FE3}"/>
              </a:ext>
            </a:extLst>
          </p:cNvPr>
          <p:cNvSpPr/>
          <p:nvPr/>
        </p:nvSpPr>
        <p:spPr>
          <a:xfrm flipH="1">
            <a:off x="4002925" y="4773229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21405AEE-E33F-2AB9-C2BE-9AEEDE13D112}"/>
              </a:ext>
            </a:extLst>
          </p:cNvPr>
          <p:cNvSpPr/>
          <p:nvPr/>
        </p:nvSpPr>
        <p:spPr>
          <a:xfrm flipH="1">
            <a:off x="7325158" y="3628673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52DB9-5AAF-BC93-F4C3-0BA58D8A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1992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4597B-3C1D-E253-2CDB-5C17E081E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549" y="2309947"/>
            <a:ext cx="4967006" cy="4347444"/>
          </a:xfrm>
          <a:prstGeom prst="rect">
            <a:avLst/>
          </a:prstGeom>
        </p:spPr>
      </p:pic>
      <p:pic>
        <p:nvPicPr>
          <p:cNvPr id="15368" name="Picture 8" descr="No description available.">
            <a:extLst>
              <a:ext uri="{FF2B5EF4-FFF2-40B4-BE49-F238E27FC236}">
                <a16:creationId xmlns:a16="http://schemas.microsoft.com/office/drawing/2014/main" id="{DCF7FB69-17C0-56A6-CF8F-F262E0B8D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91"/>
          <a:stretch/>
        </p:blipFill>
        <p:spPr bwMode="auto">
          <a:xfrm>
            <a:off x="7977863" y="2309947"/>
            <a:ext cx="3248025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Functionality</a:t>
            </a:r>
            <a:endParaRPr lang="en-PH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8F811AB-8876-9E10-ACD9-E0BBD79B3E5D}"/>
              </a:ext>
            </a:extLst>
          </p:cNvPr>
          <p:cNvSpPr/>
          <p:nvPr/>
        </p:nvSpPr>
        <p:spPr>
          <a:xfrm flipH="1">
            <a:off x="1892549" y="5314404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6469B10-0CB6-7D09-D8A7-CAF61F424BF8}"/>
              </a:ext>
            </a:extLst>
          </p:cNvPr>
          <p:cNvSpPr/>
          <p:nvPr/>
        </p:nvSpPr>
        <p:spPr>
          <a:xfrm>
            <a:off x="2939143" y="1542989"/>
            <a:ext cx="3920412" cy="615820"/>
          </a:xfrm>
          <a:prstGeom prst="parallelogram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Pressing button must have different result as shown below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21405AEE-E33F-2AB9-C2BE-9AEEDE13D112}"/>
              </a:ext>
            </a:extLst>
          </p:cNvPr>
          <p:cNvSpPr/>
          <p:nvPr/>
        </p:nvSpPr>
        <p:spPr>
          <a:xfrm flipH="1">
            <a:off x="7399365" y="3251403"/>
            <a:ext cx="578498" cy="541175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C464F04B-93D0-FE40-9415-6C3D7BC3F53C}"/>
              </a:ext>
            </a:extLst>
          </p:cNvPr>
          <p:cNvSpPr/>
          <p:nvPr/>
        </p:nvSpPr>
        <p:spPr>
          <a:xfrm>
            <a:off x="9023377" y="3231958"/>
            <a:ext cx="578498" cy="541175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6DB66F80-46AD-80EB-887F-C81A0F13277A}"/>
              </a:ext>
            </a:extLst>
          </p:cNvPr>
          <p:cNvSpPr/>
          <p:nvPr/>
        </p:nvSpPr>
        <p:spPr>
          <a:xfrm>
            <a:off x="2977140" y="5754333"/>
            <a:ext cx="578498" cy="541175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966998-6D79-A42C-E0E0-9E6589B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382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8CEFD-7070-7A6C-FD70-D4060023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4800" dirty="0"/>
              <a:t>Modify the code to control the ON and OFF function of LED using the created android app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FABCD-02AA-1FED-D949-003027D8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Finals – Activity 1</a:t>
            </a:r>
            <a:endParaRPr lang="en-P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B8C1F-B6E6-2F1A-6C75-A75FB853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JOSE YULO MANZANERO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154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689</Words>
  <Application>Microsoft Office PowerPoint</Application>
  <PresentationFormat>Widescreen</PresentationFormat>
  <Paragraphs>148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Arduino + HC05</vt:lpstr>
      <vt:lpstr>HC05 – Bluetooth Module</vt:lpstr>
      <vt:lpstr>HC05 – Setup Code</vt:lpstr>
      <vt:lpstr>HC05 – Pins and Setup</vt:lpstr>
      <vt:lpstr>HC05 – AT Commands</vt:lpstr>
      <vt:lpstr>HC05 – AT Commands</vt:lpstr>
      <vt:lpstr>HC05 – AT Commands</vt:lpstr>
      <vt:lpstr>HC05 – AT Commands</vt:lpstr>
      <vt:lpstr>HC05 – AT Commands</vt:lpstr>
      <vt:lpstr>HC05 – AT Commands</vt:lpstr>
      <vt:lpstr>HC05 – Pins and Setup</vt:lpstr>
      <vt:lpstr>HC05 – Setup Code</vt:lpstr>
      <vt:lpstr>HC05 – Modify code</vt:lpstr>
      <vt:lpstr>Creating android app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MIT App Inventor </vt:lpstr>
      <vt:lpstr>Phone and Arduino Connection</vt:lpstr>
      <vt:lpstr>Manual Pairing</vt:lpstr>
      <vt:lpstr>App Pairing</vt:lpstr>
      <vt:lpstr>Functionality</vt:lpstr>
      <vt:lpstr>Finals – Activity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+ HC05</dc:title>
  <dc:creator>Yulo Manzanero</dc:creator>
  <cp:lastModifiedBy>Yulo Manzanero</cp:lastModifiedBy>
  <cp:revision>16</cp:revision>
  <dcterms:created xsi:type="dcterms:W3CDTF">2023-12-11T07:54:36Z</dcterms:created>
  <dcterms:modified xsi:type="dcterms:W3CDTF">2023-12-11T10:21:32Z</dcterms:modified>
</cp:coreProperties>
</file>