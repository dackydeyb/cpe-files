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2"/>
  </p:notesMasterIdLst>
  <p:sldIdLst>
    <p:sldId id="257" r:id="rId2"/>
    <p:sldId id="306" r:id="rId3"/>
    <p:sldId id="258" r:id="rId4"/>
    <p:sldId id="259" r:id="rId5"/>
    <p:sldId id="260" r:id="rId6"/>
    <p:sldId id="283" r:id="rId7"/>
    <p:sldId id="285" r:id="rId8"/>
    <p:sldId id="284" r:id="rId9"/>
    <p:sldId id="261" r:id="rId10"/>
    <p:sldId id="262" r:id="rId11"/>
    <p:sldId id="263" r:id="rId12"/>
    <p:sldId id="264" r:id="rId13"/>
    <p:sldId id="265" r:id="rId14"/>
    <p:sldId id="266" r:id="rId15"/>
    <p:sldId id="267" r:id="rId16"/>
    <p:sldId id="307" r:id="rId17"/>
    <p:sldId id="269" r:id="rId18"/>
    <p:sldId id="270" r:id="rId19"/>
    <p:sldId id="271" r:id="rId20"/>
    <p:sldId id="272" r:id="rId21"/>
    <p:sldId id="273" r:id="rId22"/>
    <p:sldId id="286" r:id="rId23"/>
    <p:sldId id="274" r:id="rId24"/>
    <p:sldId id="275" r:id="rId25"/>
    <p:sldId id="276" r:id="rId26"/>
    <p:sldId id="277" r:id="rId27"/>
    <p:sldId id="278" r:id="rId28"/>
    <p:sldId id="279" r:id="rId29"/>
    <p:sldId id="280" r:id="rId30"/>
    <p:sldId id="281" r:id="rId31"/>
    <p:sldId id="282"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9144000"/>
  <p:embeddedFontLst>
    <p:embeddedFont>
      <p:font typeface="Lato" panose="020F0502020204030203" pitchFamily="34" charset="0"/>
      <p:regular r:id="rId53"/>
      <p:bold r:id="rId54"/>
      <p:italic r:id="rId55"/>
      <p:boldItalic r:id="rId56"/>
    </p:embeddedFont>
    <p:embeddedFont>
      <p:font typeface="Raleway" pitchFamily="2"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5" roundtripDataSignature="AMtx7mhazDbjWrvRUNsqIWYpbDpo3G9LM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0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3.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65"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56668577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546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4068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292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757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9412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52b938d009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152b938d009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4706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152b938d009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152b938d009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746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152b938d00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152b938d00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7724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862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24358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70125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2673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8099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582c6ebd8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582c6ebd8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18874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9244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07078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97626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04905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52beb0614f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52beb0614f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1236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52beb0614f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52beb0614f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00040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53466e9216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53466e9216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77296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53466e9216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53466e9216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00677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92789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69510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99792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152beb0614f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g152beb0614f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39298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152beb0614f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g152beb0614f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05977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153466e921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153466e921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30165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153466e9216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g153466e9216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94685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1582c6ebd8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1582c6ebd8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74284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15831f1cf0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15831f1cf0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5257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cxnSp>
        <p:nvCxnSpPr>
          <p:cNvPr id="22" name="Google Shape;22;g152beb0614f_0_80"/>
          <p:cNvCxnSpPr/>
          <p:nvPr/>
        </p:nvCxnSpPr>
        <p:spPr>
          <a:xfrm>
            <a:off x="3303633" y="554200"/>
            <a:ext cx="8325600" cy="0"/>
          </a:xfrm>
          <a:prstGeom prst="straightConnector1">
            <a:avLst/>
          </a:prstGeom>
          <a:noFill/>
          <a:ln w="38100" cap="flat" cmpd="sng">
            <a:solidFill>
              <a:schemeClr val="dk2"/>
            </a:solidFill>
            <a:prstDash val="solid"/>
            <a:round/>
            <a:headEnd type="none" w="sm" len="sm"/>
            <a:tailEnd type="none" w="sm" len="sm"/>
          </a:ln>
        </p:spPr>
      </p:cxnSp>
      <p:cxnSp>
        <p:nvCxnSpPr>
          <p:cNvPr id="23" name="Google Shape;23;g152beb0614f_0_80"/>
          <p:cNvCxnSpPr/>
          <p:nvPr/>
        </p:nvCxnSpPr>
        <p:spPr>
          <a:xfrm>
            <a:off x="3303633" y="6320000"/>
            <a:ext cx="8325600" cy="0"/>
          </a:xfrm>
          <a:prstGeom prst="straightConnector1">
            <a:avLst/>
          </a:prstGeom>
          <a:noFill/>
          <a:ln w="19050" cap="flat" cmpd="sng">
            <a:solidFill>
              <a:schemeClr val="dk2"/>
            </a:solidFill>
            <a:prstDash val="solid"/>
            <a:round/>
            <a:headEnd type="none" w="sm" len="sm"/>
            <a:tailEnd type="none" w="sm" len="sm"/>
          </a:ln>
        </p:spPr>
      </p:cxnSp>
      <p:cxnSp>
        <p:nvCxnSpPr>
          <p:cNvPr id="24" name="Google Shape;24;g152beb0614f_0_80"/>
          <p:cNvCxnSpPr/>
          <p:nvPr/>
        </p:nvCxnSpPr>
        <p:spPr>
          <a:xfrm>
            <a:off x="566931" y="554200"/>
            <a:ext cx="244500" cy="0"/>
          </a:xfrm>
          <a:prstGeom prst="straightConnector1">
            <a:avLst/>
          </a:prstGeom>
          <a:noFill/>
          <a:ln w="19050" cap="flat" cmpd="sng">
            <a:solidFill>
              <a:schemeClr val="dk2"/>
            </a:solidFill>
            <a:prstDash val="solid"/>
            <a:round/>
            <a:headEnd type="none" w="sm" len="sm"/>
            <a:tailEnd type="none" w="sm" len="sm"/>
          </a:ln>
        </p:spPr>
      </p:cxnSp>
      <p:sp>
        <p:nvSpPr>
          <p:cNvPr id="25" name="Google Shape;25;g152beb0614f_0_80"/>
          <p:cNvSpPr txBox="1">
            <a:spLocks noGrp="1"/>
          </p:cNvSpPr>
          <p:nvPr>
            <p:ph type="title"/>
          </p:nvPr>
        </p:nvSpPr>
        <p:spPr>
          <a:xfrm>
            <a:off x="3200333" y="767933"/>
            <a:ext cx="8428800" cy="847200"/>
          </a:xfrm>
          <a:prstGeom prst="rect">
            <a:avLst/>
          </a:prstGeom>
        </p:spPr>
        <p:txBody>
          <a:bodyPr spcFirstLastPara="1" wrap="square" lIns="121900" tIns="121900" rIns="121900" bIns="121900" anchor="t"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26" name="Google Shape;26;g152beb0614f_0_80"/>
          <p:cNvSpPr txBox="1">
            <a:spLocks noGrp="1"/>
          </p:cNvSpPr>
          <p:nvPr>
            <p:ph type="body" idx="1"/>
          </p:nvPr>
        </p:nvSpPr>
        <p:spPr>
          <a:xfrm>
            <a:off x="3213483" y="2127701"/>
            <a:ext cx="8428800" cy="4003200"/>
          </a:xfrm>
          <a:prstGeom prst="rect">
            <a:avLst/>
          </a:prstGeom>
        </p:spPr>
        <p:txBody>
          <a:bodyPr spcFirstLastPara="1" wrap="square" lIns="121900" tIns="121900" rIns="121900" bIns="121900" anchor="t"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27" name="Google Shape;27;g152beb0614f_0_80"/>
          <p:cNvSpPr txBox="1">
            <a:spLocks noGrp="1"/>
          </p:cNvSpPr>
          <p:nvPr>
            <p:ph type="sldNum" idx="12"/>
          </p:nvPr>
        </p:nvSpPr>
        <p:spPr>
          <a:xfrm>
            <a:off x="11330666" y="6251679"/>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cxnSp>
        <p:nvCxnSpPr>
          <p:cNvPr id="29" name="Google Shape;29;g152beb0614f_0_87"/>
          <p:cNvCxnSpPr/>
          <p:nvPr/>
        </p:nvCxnSpPr>
        <p:spPr>
          <a:xfrm>
            <a:off x="3303633" y="554200"/>
            <a:ext cx="8325600" cy="0"/>
          </a:xfrm>
          <a:prstGeom prst="straightConnector1">
            <a:avLst/>
          </a:prstGeom>
          <a:noFill/>
          <a:ln w="38100" cap="flat" cmpd="sng">
            <a:solidFill>
              <a:schemeClr val="dk2"/>
            </a:solidFill>
            <a:prstDash val="solid"/>
            <a:round/>
            <a:headEnd type="none" w="sm" len="sm"/>
            <a:tailEnd type="none" w="sm" len="sm"/>
          </a:ln>
        </p:spPr>
      </p:cxnSp>
      <p:cxnSp>
        <p:nvCxnSpPr>
          <p:cNvPr id="30" name="Google Shape;30;g152beb0614f_0_87"/>
          <p:cNvCxnSpPr/>
          <p:nvPr/>
        </p:nvCxnSpPr>
        <p:spPr>
          <a:xfrm>
            <a:off x="3303633" y="6320000"/>
            <a:ext cx="8325600" cy="0"/>
          </a:xfrm>
          <a:prstGeom prst="straightConnector1">
            <a:avLst/>
          </a:prstGeom>
          <a:noFill/>
          <a:ln w="19050" cap="flat" cmpd="sng">
            <a:solidFill>
              <a:schemeClr val="dk2"/>
            </a:solidFill>
            <a:prstDash val="solid"/>
            <a:round/>
            <a:headEnd type="none" w="sm" len="sm"/>
            <a:tailEnd type="none" w="sm" len="sm"/>
          </a:ln>
        </p:spPr>
      </p:cxnSp>
      <p:cxnSp>
        <p:nvCxnSpPr>
          <p:cNvPr id="31" name="Google Shape;31;g152beb0614f_0_87"/>
          <p:cNvCxnSpPr/>
          <p:nvPr/>
        </p:nvCxnSpPr>
        <p:spPr>
          <a:xfrm>
            <a:off x="566931" y="554200"/>
            <a:ext cx="244500" cy="0"/>
          </a:xfrm>
          <a:prstGeom prst="straightConnector1">
            <a:avLst/>
          </a:prstGeom>
          <a:noFill/>
          <a:ln w="19050" cap="flat" cmpd="sng">
            <a:solidFill>
              <a:schemeClr val="dk2"/>
            </a:solidFill>
            <a:prstDash val="solid"/>
            <a:round/>
            <a:headEnd type="none" w="sm" len="sm"/>
            <a:tailEnd type="none" w="sm" len="sm"/>
          </a:ln>
        </p:spPr>
      </p:cxnSp>
      <p:sp>
        <p:nvSpPr>
          <p:cNvPr id="32" name="Google Shape;32;g152beb0614f_0_87"/>
          <p:cNvSpPr txBox="1">
            <a:spLocks noGrp="1"/>
          </p:cNvSpPr>
          <p:nvPr>
            <p:ph type="title"/>
          </p:nvPr>
        </p:nvSpPr>
        <p:spPr>
          <a:xfrm>
            <a:off x="3200333" y="767933"/>
            <a:ext cx="8428800" cy="847200"/>
          </a:xfrm>
          <a:prstGeom prst="rect">
            <a:avLst/>
          </a:prstGeom>
        </p:spPr>
        <p:txBody>
          <a:bodyPr spcFirstLastPara="1" wrap="square" lIns="121900" tIns="121900" rIns="121900" bIns="121900" anchor="t"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33" name="Google Shape;33;g152beb0614f_0_87"/>
          <p:cNvSpPr txBox="1">
            <a:spLocks noGrp="1"/>
          </p:cNvSpPr>
          <p:nvPr>
            <p:ph type="body" idx="1"/>
          </p:nvPr>
        </p:nvSpPr>
        <p:spPr>
          <a:xfrm>
            <a:off x="3200403" y="2136900"/>
            <a:ext cx="4095300" cy="4003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4" name="Google Shape;34;g152beb0614f_0_87"/>
          <p:cNvSpPr txBox="1">
            <a:spLocks noGrp="1"/>
          </p:cNvSpPr>
          <p:nvPr>
            <p:ph type="body" idx="2"/>
          </p:nvPr>
        </p:nvSpPr>
        <p:spPr>
          <a:xfrm>
            <a:off x="7534096" y="2136900"/>
            <a:ext cx="4095300" cy="4003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5" name="Google Shape;35;g152beb0614f_0_87"/>
          <p:cNvSpPr txBox="1">
            <a:spLocks noGrp="1"/>
          </p:cNvSpPr>
          <p:nvPr>
            <p:ph type="sldNum" idx="12"/>
          </p:nvPr>
        </p:nvSpPr>
        <p:spPr>
          <a:xfrm>
            <a:off x="11330666" y="6251679"/>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g152beb0614f_0_95"/>
          <p:cNvSpPr txBox="1">
            <a:spLocks noGrp="1"/>
          </p:cNvSpPr>
          <p:nvPr>
            <p:ph type="title"/>
          </p:nvPr>
        </p:nvSpPr>
        <p:spPr>
          <a:xfrm>
            <a:off x="404400" y="548767"/>
            <a:ext cx="11360700" cy="852900"/>
          </a:xfrm>
          <a:prstGeom prst="rect">
            <a:avLst/>
          </a:prstGeom>
        </p:spPr>
        <p:txBody>
          <a:bodyPr spcFirstLastPara="1" wrap="square" lIns="121900" tIns="121900" rIns="121900" bIns="121900" anchor="t"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38" name="Google Shape;38;g152beb0614f_0_95"/>
          <p:cNvSpPr txBox="1">
            <a:spLocks noGrp="1"/>
          </p:cNvSpPr>
          <p:nvPr>
            <p:ph type="sldNum" idx="12"/>
          </p:nvPr>
        </p:nvSpPr>
        <p:spPr>
          <a:xfrm>
            <a:off x="11330666" y="6251679"/>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
        <p:cNvGrpSpPr/>
        <p:nvPr/>
      </p:nvGrpSpPr>
      <p:grpSpPr>
        <a:xfrm>
          <a:off x="0" y="0"/>
          <a:ext cx="0" cy="0"/>
          <a:chOff x="0" y="0"/>
          <a:chExt cx="0" cy="0"/>
        </a:xfrm>
      </p:grpSpPr>
      <p:cxnSp>
        <p:nvCxnSpPr>
          <p:cNvPr id="40" name="Google Shape;40;g152beb0614f_0_98"/>
          <p:cNvCxnSpPr/>
          <p:nvPr/>
        </p:nvCxnSpPr>
        <p:spPr>
          <a:xfrm>
            <a:off x="566931" y="554200"/>
            <a:ext cx="244500" cy="0"/>
          </a:xfrm>
          <a:prstGeom prst="straightConnector1">
            <a:avLst/>
          </a:prstGeom>
          <a:noFill/>
          <a:ln w="19050" cap="flat" cmpd="sng">
            <a:solidFill>
              <a:schemeClr val="dk2"/>
            </a:solidFill>
            <a:prstDash val="solid"/>
            <a:round/>
            <a:headEnd type="none" w="sm" len="sm"/>
            <a:tailEnd type="none" w="sm" len="sm"/>
          </a:ln>
        </p:spPr>
      </p:cxnSp>
      <p:sp>
        <p:nvSpPr>
          <p:cNvPr id="41" name="Google Shape;41;g152beb0614f_0_98"/>
          <p:cNvSpPr txBox="1">
            <a:spLocks noGrp="1"/>
          </p:cNvSpPr>
          <p:nvPr>
            <p:ph type="title"/>
          </p:nvPr>
        </p:nvSpPr>
        <p:spPr>
          <a:xfrm>
            <a:off x="426000" y="1248800"/>
            <a:ext cx="3744000" cy="1007700"/>
          </a:xfrm>
          <a:prstGeom prst="rect">
            <a:avLst/>
          </a:prstGeom>
        </p:spPr>
        <p:txBody>
          <a:bodyPr spcFirstLastPara="1" wrap="square" lIns="121900" tIns="121900" rIns="121900" bIns="121900" anchor="b" anchorCtr="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42" name="Google Shape;42;g152beb0614f_0_98"/>
          <p:cNvSpPr txBox="1">
            <a:spLocks noGrp="1"/>
          </p:cNvSpPr>
          <p:nvPr>
            <p:ph type="body" idx="1"/>
          </p:nvPr>
        </p:nvSpPr>
        <p:spPr>
          <a:xfrm>
            <a:off x="426000" y="2462405"/>
            <a:ext cx="3744000" cy="3741600"/>
          </a:xfrm>
          <a:prstGeom prst="rect">
            <a:avLst/>
          </a:prstGeom>
        </p:spPr>
        <p:txBody>
          <a:bodyPr spcFirstLastPara="1" wrap="square" lIns="121900" tIns="121900" rIns="121900" bIns="121900" anchor="t" anchorCtr="0">
            <a:norm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43" name="Google Shape;43;g152beb0614f_0_98"/>
          <p:cNvSpPr txBox="1">
            <a:spLocks noGrp="1"/>
          </p:cNvSpPr>
          <p:nvPr>
            <p:ph type="sldNum" idx="12"/>
          </p:nvPr>
        </p:nvSpPr>
        <p:spPr>
          <a:xfrm>
            <a:off x="11330666" y="6251679"/>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4"/>
        <p:cNvGrpSpPr/>
        <p:nvPr/>
      </p:nvGrpSpPr>
      <p:grpSpPr>
        <a:xfrm>
          <a:off x="0" y="0"/>
          <a:ext cx="0" cy="0"/>
          <a:chOff x="0" y="0"/>
          <a:chExt cx="0" cy="0"/>
        </a:xfrm>
      </p:grpSpPr>
      <p:cxnSp>
        <p:nvCxnSpPr>
          <p:cNvPr id="45" name="Google Shape;45;g152beb0614f_0_103"/>
          <p:cNvCxnSpPr/>
          <p:nvPr/>
        </p:nvCxnSpPr>
        <p:spPr>
          <a:xfrm>
            <a:off x="566931" y="554200"/>
            <a:ext cx="244500" cy="0"/>
          </a:xfrm>
          <a:prstGeom prst="straightConnector1">
            <a:avLst/>
          </a:prstGeom>
          <a:noFill/>
          <a:ln w="19050" cap="flat" cmpd="sng">
            <a:solidFill>
              <a:schemeClr val="lt1"/>
            </a:solidFill>
            <a:prstDash val="solid"/>
            <a:round/>
            <a:headEnd type="none" w="sm" len="sm"/>
            <a:tailEnd type="none" w="sm" len="sm"/>
          </a:ln>
        </p:spPr>
      </p:cxnSp>
      <p:sp>
        <p:nvSpPr>
          <p:cNvPr id="46" name="Google Shape;46;g152beb0614f_0_103"/>
          <p:cNvSpPr txBox="1">
            <a:spLocks noGrp="1"/>
          </p:cNvSpPr>
          <p:nvPr>
            <p:ph type="title"/>
          </p:nvPr>
        </p:nvSpPr>
        <p:spPr>
          <a:xfrm>
            <a:off x="377471" y="949521"/>
            <a:ext cx="8325600" cy="5114100"/>
          </a:xfrm>
          <a:prstGeom prst="rect">
            <a:avLst/>
          </a:prstGeom>
        </p:spPr>
        <p:txBody>
          <a:bodyPr spcFirstLastPara="1" wrap="square" lIns="121900" tIns="121900" rIns="121900" bIns="121900" anchor="ctr" anchorCtr="0">
            <a:normAutofit/>
          </a:bodyPr>
          <a:lstStyle>
            <a:lvl1pPr lvl="0">
              <a:spcBef>
                <a:spcPts val="0"/>
              </a:spcBef>
              <a:spcAft>
                <a:spcPts val="0"/>
              </a:spcAft>
              <a:buClr>
                <a:schemeClr val="lt1"/>
              </a:buClr>
              <a:buSzPts val="6400"/>
              <a:buNone/>
              <a:defRPr sz="6400">
                <a:solidFill>
                  <a:schemeClr val="lt1"/>
                </a:solidFill>
              </a:defRPr>
            </a:lvl1pPr>
            <a:lvl2pPr lvl="1">
              <a:spcBef>
                <a:spcPts val="0"/>
              </a:spcBef>
              <a:spcAft>
                <a:spcPts val="0"/>
              </a:spcAft>
              <a:buClr>
                <a:schemeClr val="lt1"/>
              </a:buClr>
              <a:buSzPts val="6400"/>
              <a:buNone/>
              <a:defRPr sz="6400">
                <a:solidFill>
                  <a:schemeClr val="lt1"/>
                </a:solidFill>
              </a:defRPr>
            </a:lvl2pPr>
            <a:lvl3pPr lvl="2">
              <a:spcBef>
                <a:spcPts val="0"/>
              </a:spcBef>
              <a:spcAft>
                <a:spcPts val="0"/>
              </a:spcAft>
              <a:buClr>
                <a:schemeClr val="lt1"/>
              </a:buClr>
              <a:buSzPts val="6400"/>
              <a:buNone/>
              <a:defRPr sz="6400">
                <a:solidFill>
                  <a:schemeClr val="lt1"/>
                </a:solidFill>
              </a:defRPr>
            </a:lvl3pPr>
            <a:lvl4pPr lvl="3">
              <a:spcBef>
                <a:spcPts val="0"/>
              </a:spcBef>
              <a:spcAft>
                <a:spcPts val="0"/>
              </a:spcAft>
              <a:buClr>
                <a:schemeClr val="lt1"/>
              </a:buClr>
              <a:buSzPts val="6400"/>
              <a:buNone/>
              <a:defRPr sz="6400">
                <a:solidFill>
                  <a:schemeClr val="lt1"/>
                </a:solidFill>
              </a:defRPr>
            </a:lvl4pPr>
            <a:lvl5pPr lvl="4">
              <a:spcBef>
                <a:spcPts val="0"/>
              </a:spcBef>
              <a:spcAft>
                <a:spcPts val="0"/>
              </a:spcAft>
              <a:buClr>
                <a:schemeClr val="lt1"/>
              </a:buClr>
              <a:buSzPts val="6400"/>
              <a:buNone/>
              <a:defRPr sz="6400">
                <a:solidFill>
                  <a:schemeClr val="lt1"/>
                </a:solidFill>
              </a:defRPr>
            </a:lvl5pPr>
            <a:lvl6pPr lvl="5">
              <a:spcBef>
                <a:spcPts val="0"/>
              </a:spcBef>
              <a:spcAft>
                <a:spcPts val="0"/>
              </a:spcAft>
              <a:buClr>
                <a:schemeClr val="lt1"/>
              </a:buClr>
              <a:buSzPts val="6400"/>
              <a:buNone/>
              <a:defRPr sz="6400">
                <a:solidFill>
                  <a:schemeClr val="lt1"/>
                </a:solidFill>
              </a:defRPr>
            </a:lvl6pPr>
            <a:lvl7pPr lvl="6">
              <a:spcBef>
                <a:spcPts val="0"/>
              </a:spcBef>
              <a:spcAft>
                <a:spcPts val="0"/>
              </a:spcAft>
              <a:buClr>
                <a:schemeClr val="lt1"/>
              </a:buClr>
              <a:buSzPts val="6400"/>
              <a:buNone/>
              <a:defRPr sz="6400">
                <a:solidFill>
                  <a:schemeClr val="lt1"/>
                </a:solidFill>
              </a:defRPr>
            </a:lvl7pPr>
            <a:lvl8pPr lvl="7">
              <a:spcBef>
                <a:spcPts val="0"/>
              </a:spcBef>
              <a:spcAft>
                <a:spcPts val="0"/>
              </a:spcAft>
              <a:buClr>
                <a:schemeClr val="lt1"/>
              </a:buClr>
              <a:buSzPts val="6400"/>
              <a:buNone/>
              <a:defRPr sz="6400">
                <a:solidFill>
                  <a:schemeClr val="lt1"/>
                </a:solidFill>
              </a:defRPr>
            </a:lvl8pPr>
            <a:lvl9pPr lvl="8">
              <a:spcBef>
                <a:spcPts val="0"/>
              </a:spcBef>
              <a:spcAft>
                <a:spcPts val="0"/>
              </a:spcAft>
              <a:buClr>
                <a:schemeClr val="lt1"/>
              </a:buClr>
              <a:buSzPts val="6400"/>
              <a:buNone/>
              <a:defRPr sz="6400">
                <a:solidFill>
                  <a:schemeClr val="lt1"/>
                </a:solidFill>
              </a:defRPr>
            </a:lvl9pPr>
          </a:lstStyle>
          <a:p>
            <a:endParaRPr/>
          </a:p>
        </p:txBody>
      </p:sp>
      <p:sp>
        <p:nvSpPr>
          <p:cNvPr id="47" name="Google Shape;47;g152beb0614f_0_103"/>
          <p:cNvSpPr txBox="1">
            <a:spLocks noGrp="1"/>
          </p:cNvSpPr>
          <p:nvPr>
            <p:ph type="sldNum" idx="12"/>
          </p:nvPr>
        </p:nvSpPr>
        <p:spPr>
          <a:xfrm>
            <a:off x="11330666" y="6251679"/>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g152beb0614f_0_107"/>
          <p:cNvSpPr/>
          <p:nvPr/>
        </p:nvSpPr>
        <p:spPr>
          <a:xfrm>
            <a:off x="6096000" y="167"/>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cxnSp>
        <p:nvCxnSpPr>
          <p:cNvPr id="50" name="Google Shape;50;g152beb0614f_0_107"/>
          <p:cNvCxnSpPr/>
          <p:nvPr/>
        </p:nvCxnSpPr>
        <p:spPr>
          <a:xfrm>
            <a:off x="6706233" y="5994000"/>
            <a:ext cx="624300" cy="0"/>
          </a:xfrm>
          <a:prstGeom prst="straightConnector1">
            <a:avLst/>
          </a:prstGeom>
          <a:noFill/>
          <a:ln w="19050" cap="flat" cmpd="sng">
            <a:solidFill>
              <a:schemeClr val="lt1"/>
            </a:solidFill>
            <a:prstDash val="solid"/>
            <a:round/>
            <a:headEnd type="none" w="sm" len="sm"/>
            <a:tailEnd type="none" w="sm" len="sm"/>
          </a:ln>
        </p:spPr>
      </p:cxnSp>
      <p:sp>
        <p:nvSpPr>
          <p:cNvPr id="51" name="Google Shape;51;g152beb0614f_0_107"/>
          <p:cNvSpPr txBox="1">
            <a:spLocks noGrp="1"/>
          </p:cNvSpPr>
          <p:nvPr>
            <p:ph type="title"/>
          </p:nvPr>
        </p:nvSpPr>
        <p:spPr>
          <a:xfrm>
            <a:off x="354000" y="1863133"/>
            <a:ext cx="5393700" cy="1757700"/>
          </a:xfrm>
          <a:prstGeom prst="rect">
            <a:avLst/>
          </a:prstGeom>
        </p:spPr>
        <p:txBody>
          <a:bodyPr spcFirstLastPara="1" wrap="square" lIns="121900" tIns="121900" rIns="121900" bIns="121900" anchor="b" anchorCtr="0">
            <a:normAutofit/>
          </a:bodyPr>
          <a:lstStyle>
            <a:lvl1pPr lvl="0" algn="ctr">
              <a:spcBef>
                <a:spcPts val="0"/>
              </a:spcBef>
              <a:spcAft>
                <a:spcPts val="0"/>
              </a:spcAft>
              <a:buClr>
                <a:schemeClr val="dk1"/>
              </a:buClr>
              <a:buSzPts val="4800"/>
              <a:buNone/>
              <a:defRPr sz="4800">
                <a:solidFill>
                  <a:schemeClr val="dk1"/>
                </a:solidFill>
              </a:defRPr>
            </a:lvl1pPr>
            <a:lvl2pPr lvl="1" algn="ctr">
              <a:spcBef>
                <a:spcPts val="0"/>
              </a:spcBef>
              <a:spcAft>
                <a:spcPts val="0"/>
              </a:spcAft>
              <a:buClr>
                <a:schemeClr val="dk1"/>
              </a:buClr>
              <a:buSzPts val="4800"/>
              <a:buNone/>
              <a:defRPr sz="4800">
                <a:solidFill>
                  <a:schemeClr val="dk1"/>
                </a:solidFill>
              </a:defRPr>
            </a:lvl2pPr>
            <a:lvl3pPr lvl="2" algn="ctr">
              <a:spcBef>
                <a:spcPts val="0"/>
              </a:spcBef>
              <a:spcAft>
                <a:spcPts val="0"/>
              </a:spcAft>
              <a:buClr>
                <a:schemeClr val="dk1"/>
              </a:buClr>
              <a:buSzPts val="4800"/>
              <a:buNone/>
              <a:defRPr sz="4800">
                <a:solidFill>
                  <a:schemeClr val="dk1"/>
                </a:solidFill>
              </a:defRPr>
            </a:lvl3pPr>
            <a:lvl4pPr lvl="3" algn="ctr">
              <a:spcBef>
                <a:spcPts val="0"/>
              </a:spcBef>
              <a:spcAft>
                <a:spcPts val="0"/>
              </a:spcAft>
              <a:buClr>
                <a:schemeClr val="dk1"/>
              </a:buClr>
              <a:buSzPts val="4800"/>
              <a:buNone/>
              <a:defRPr sz="4800">
                <a:solidFill>
                  <a:schemeClr val="dk1"/>
                </a:solidFill>
              </a:defRPr>
            </a:lvl4pPr>
            <a:lvl5pPr lvl="4" algn="ctr">
              <a:spcBef>
                <a:spcPts val="0"/>
              </a:spcBef>
              <a:spcAft>
                <a:spcPts val="0"/>
              </a:spcAft>
              <a:buClr>
                <a:schemeClr val="dk1"/>
              </a:buClr>
              <a:buSzPts val="4800"/>
              <a:buNone/>
              <a:defRPr sz="4800">
                <a:solidFill>
                  <a:schemeClr val="dk1"/>
                </a:solidFill>
              </a:defRPr>
            </a:lvl5pPr>
            <a:lvl6pPr lvl="5" algn="ctr">
              <a:spcBef>
                <a:spcPts val="0"/>
              </a:spcBef>
              <a:spcAft>
                <a:spcPts val="0"/>
              </a:spcAft>
              <a:buClr>
                <a:schemeClr val="dk1"/>
              </a:buClr>
              <a:buSzPts val="4800"/>
              <a:buNone/>
              <a:defRPr sz="4800">
                <a:solidFill>
                  <a:schemeClr val="dk1"/>
                </a:solidFill>
              </a:defRPr>
            </a:lvl6pPr>
            <a:lvl7pPr lvl="6" algn="ctr">
              <a:spcBef>
                <a:spcPts val="0"/>
              </a:spcBef>
              <a:spcAft>
                <a:spcPts val="0"/>
              </a:spcAft>
              <a:buClr>
                <a:schemeClr val="dk1"/>
              </a:buClr>
              <a:buSzPts val="4800"/>
              <a:buNone/>
              <a:defRPr sz="4800">
                <a:solidFill>
                  <a:schemeClr val="dk1"/>
                </a:solidFill>
              </a:defRPr>
            </a:lvl7pPr>
            <a:lvl8pPr lvl="7" algn="ctr">
              <a:spcBef>
                <a:spcPts val="0"/>
              </a:spcBef>
              <a:spcAft>
                <a:spcPts val="0"/>
              </a:spcAft>
              <a:buClr>
                <a:schemeClr val="dk1"/>
              </a:buClr>
              <a:buSzPts val="4800"/>
              <a:buNone/>
              <a:defRPr sz="4800">
                <a:solidFill>
                  <a:schemeClr val="dk1"/>
                </a:solidFill>
              </a:defRPr>
            </a:lvl8pPr>
            <a:lvl9pPr lvl="8" algn="ctr">
              <a:spcBef>
                <a:spcPts val="0"/>
              </a:spcBef>
              <a:spcAft>
                <a:spcPts val="0"/>
              </a:spcAft>
              <a:buClr>
                <a:schemeClr val="dk1"/>
              </a:buClr>
              <a:buSzPts val="4800"/>
              <a:buNone/>
              <a:defRPr sz="4800">
                <a:solidFill>
                  <a:schemeClr val="dk1"/>
                </a:solidFill>
              </a:defRPr>
            </a:lvl9pPr>
          </a:lstStyle>
          <a:p>
            <a:endParaRPr/>
          </a:p>
        </p:txBody>
      </p:sp>
      <p:sp>
        <p:nvSpPr>
          <p:cNvPr id="52" name="Google Shape;52;g152beb0614f_0_107"/>
          <p:cNvSpPr txBox="1">
            <a:spLocks noGrp="1"/>
          </p:cNvSpPr>
          <p:nvPr>
            <p:ph type="subTitle" idx="1"/>
          </p:nvPr>
        </p:nvSpPr>
        <p:spPr>
          <a:xfrm>
            <a:off x="354000" y="3647161"/>
            <a:ext cx="5393700" cy="17940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3" name="Google Shape;53;g152beb0614f_0_107"/>
          <p:cNvSpPr txBox="1">
            <a:spLocks noGrp="1"/>
          </p:cNvSpPr>
          <p:nvPr>
            <p:ph type="body" idx="2"/>
          </p:nvPr>
        </p:nvSpPr>
        <p:spPr>
          <a:xfrm>
            <a:off x="6586000" y="965600"/>
            <a:ext cx="5115900" cy="4926900"/>
          </a:xfrm>
          <a:prstGeom prst="rect">
            <a:avLst/>
          </a:prstGeom>
        </p:spPr>
        <p:txBody>
          <a:bodyPr spcFirstLastPara="1" wrap="square" lIns="121900" tIns="121900" rIns="121900" bIns="121900" anchor="ctr" anchorCtr="0">
            <a:normAutofit/>
          </a:bodyPr>
          <a:lstStyle>
            <a:lvl1pPr marL="457200" lvl="0" indent="-381000">
              <a:spcBef>
                <a:spcPts val="0"/>
              </a:spcBef>
              <a:spcAft>
                <a:spcPts val="0"/>
              </a:spcAft>
              <a:buClr>
                <a:schemeClr val="lt1"/>
              </a:buClr>
              <a:buSzPts val="2400"/>
              <a:buChar char="●"/>
              <a:defRPr>
                <a:solidFill>
                  <a:schemeClr val="lt1"/>
                </a:solidFill>
              </a:defRPr>
            </a:lvl1pPr>
            <a:lvl2pPr marL="914400" lvl="1" indent="-349250">
              <a:spcBef>
                <a:spcPts val="0"/>
              </a:spcBef>
              <a:spcAft>
                <a:spcPts val="0"/>
              </a:spcAft>
              <a:buClr>
                <a:schemeClr val="lt1"/>
              </a:buClr>
              <a:buSzPts val="1900"/>
              <a:buChar char="○"/>
              <a:defRPr>
                <a:solidFill>
                  <a:schemeClr val="lt1"/>
                </a:solidFill>
              </a:defRPr>
            </a:lvl2pPr>
            <a:lvl3pPr marL="1371600" lvl="2" indent="-349250">
              <a:spcBef>
                <a:spcPts val="0"/>
              </a:spcBef>
              <a:spcAft>
                <a:spcPts val="0"/>
              </a:spcAft>
              <a:buClr>
                <a:schemeClr val="lt1"/>
              </a:buClr>
              <a:buSzPts val="1900"/>
              <a:buChar char="■"/>
              <a:defRPr>
                <a:solidFill>
                  <a:schemeClr val="lt1"/>
                </a:solidFill>
              </a:defRPr>
            </a:lvl3pPr>
            <a:lvl4pPr marL="1828800" lvl="3" indent="-349250">
              <a:spcBef>
                <a:spcPts val="0"/>
              </a:spcBef>
              <a:spcAft>
                <a:spcPts val="0"/>
              </a:spcAft>
              <a:buClr>
                <a:schemeClr val="lt1"/>
              </a:buClr>
              <a:buSzPts val="1900"/>
              <a:buChar char="●"/>
              <a:defRPr>
                <a:solidFill>
                  <a:schemeClr val="lt1"/>
                </a:solidFill>
              </a:defRPr>
            </a:lvl4pPr>
            <a:lvl5pPr marL="2286000" lvl="4" indent="-349250">
              <a:spcBef>
                <a:spcPts val="0"/>
              </a:spcBef>
              <a:spcAft>
                <a:spcPts val="0"/>
              </a:spcAft>
              <a:buClr>
                <a:schemeClr val="lt1"/>
              </a:buClr>
              <a:buSzPts val="1900"/>
              <a:buChar char="○"/>
              <a:defRPr>
                <a:solidFill>
                  <a:schemeClr val="lt1"/>
                </a:solidFill>
              </a:defRPr>
            </a:lvl5pPr>
            <a:lvl6pPr marL="2743200" lvl="5" indent="-349250">
              <a:spcBef>
                <a:spcPts val="0"/>
              </a:spcBef>
              <a:spcAft>
                <a:spcPts val="0"/>
              </a:spcAft>
              <a:buClr>
                <a:schemeClr val="lt1"/>
              </a:buClr>
              <a:buSzPts val="1900"/>
              <a:buChar char="■"/>
              <a:defRPr>
                <a:solidFill>
                  <a:schemeClr val="lt1"/>
                </a:solidFill>
              </a:defRPr>
            </a:lvl6pPr>
            <a:lvl7pPr marL="3200400" lvl="6" indent="-349250">
              <a:spcBef>
                <a:spcPts val="0"/>
              </a:spcBef>
              <a:spcAft>
                <a:spcPts val="0"/>
              </a:spcAft>
              <a:buClr>
                <a:schemeClr val="lt1"/>
              </a:buClr>
              <a:buSzPts val="1900"/>
              <a:buChar char="●"/>
              <a:defRPr>
                <a:solidFill>
                  <a:schemeClr val="lt1"/>
                </a:solidFill>
              </a:defRPr>
            </a:lvl7pPr>
            <a:lvl8pPr marL="3657600" lvl="7" indent="-349250">
              <a:spcBef>
                <a:spcPts val="0"/>
              </a:spcBef>
              <a:spcAft>
                <a:spcPts val="0"/>
              </a:spcAft>
              <a:buClr>
                <a:schemeClr val="lt1"/>
              </a:buClr>
              <a:buSzPts val="1900"/>
              <a:buChar char="○"/>
              <a:defRPr>
                <a:solidFill>
                  <a:schemeClr val="lt1"/>
                </a:solidFill>
              </a:defRPr>
            </a:lvl8pPr>
            <a:lvl9pPr marL="4114800" lvl="8" indent="-349250">
              <a:spcBef>
                <a:spcPts val="0"/>
              </a:spcBef>
              <a:spcAft>
                <a:spcPts val="0"/>
              </a:spcAft>
              <a:buClr>
                <a:schemeClr val="lt1"/>
              </a:buClr>
              <a:buSzPts val="1900"/>
              <a:buChar char="■"/>
              <a:defRPr>
                <a:solidFill>
                  <a:schemeClr val="lt1"/>
                </a:solidFill>
              </a:defRPr>
            </a:lvl9pPr>
          </a:lstStyle>
          <a:p>
            <a:endParaRPr/>
          </a:p>
        </p:txBody>
      </p:sp>
      <p:sp>
        <p:nvSpPr>
          <p:cNvPr id="54" name="Google Shape;54;g152beb0614f_0_107"/>
          <p:cNvSpPr txBox="1">
            <a:spLocks noGrp="1"/>
          </p:cNvSpPr>
          <p:nvPr>
            <p:ph type="sldNum" idx="12"/>
          </p:nvPr>
        </p:nvSpPr>
        <p:spPr>
          <a:xfrm>
            <a:off x="11330666" y="6251679"/>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cxnSp>
        <p:nvCxnSpPr>
          <p:cNvPr id="56" name="Google Shape;56;g152beb0614f_0_114"/>
          <p:cNvCxnSpPr/>
          <p:nvPr/>
        </p:nvCxnSpPr>
        <p:spPr>
          <a:xfrm>
            <a:off x="566934" y="6320000"/>
            <a:ext cx="11062500" cy="0"/>
          </a:xfrm>
          <a:prstGeom prst="straightConnector1">
            <a:avLst/>
          </a:prstGeom>
          <a:noFill/>
          <a:ln w="19050" cap="flat" cmpd="sng">
            <a:solidFill>
              <a:schemeClr val="dk2"/>
            </a:solidFill>
            <a:prstDash val="solid"/>
            <a:round/>
            <a:headEnd type="none" w="sm" len="sm"/>
            <a:tailEnd type="none" w="sm" len="sm"/>
          </a:ln>
        </p:spPr>
      </p:cxnSp>
      <p:cxnSp>
        <p:nvCxnSpPr>
          <p:cNvPr id="57" name="Google Shape;57;g152beb0614f_0_114"/>
          <p:cNvCxnSpPr/>
          <p:nvPr/>
        </p:nvCxnSpPr>
        <p:spPr>
          <a:xfrm>
            <a:off x="566931" y="554200"/>
            <a:ext cx="244500" cy="0"/>
          </a:xfrm>
          <a:prstGeom prst="straightConnector1">
            <a:avLst/>
          </a:prstGeom>
          <a:noFill/>
          <a:ln w="19050" cap="flat" cmpd="sng">
            <a:solidFill>
              <a:schemeClr val="dk2"/>
            </a:solidFill>
            <a:prstDash val="solid"/>
            <a:round/>
            <a:headEnd type="none" w="sm" len="sm"/>
            <a:tailEnd type="none" w="sm" len="sm"/>
          </a:ln>
        </p:spPr>
      </p:cxnSp>
      <p:sp>
        <p:nvSpPr>
          <p:cNvPr id="58" name="Google Shape;58;g152beb0614f_0_114"/>
          <p:cNvSpPr txBox="1">
            <a:spLocks noGrp="1"/>
          </p:cNvSpPr>
          <p:nvPr>
            <p:ph type="body" idx="1"/>
          </p:nvPr>
        </p:nvSpPr>
        <p:spPr>
          <a:xfrm>
            <a:off x="437356" y="5634700"/>
            <a:ext cx="11184900" cy="5247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SzPts val="2400"/>
              <a:buNone/>
              <a:defRPr/>
            </a:lvl1pPr>
          </a:lstStyle>
          <a:p>
            <a:endParaRPr/>
          </a:p>
        </p:txBody>
      </p:sp>
      <p:sp>
        <p:nvSpPr>
          <p:cNvPr id="59" name="Google Shape;59;g152beb0614f_0_114"/>
          <p:cNvSpPr txBox="1">
            <a:spLocks noGrp="1"/>
          </p:cNvSpPr>
          <p:nvPr>
            <p:ph type="sldNum" idx="12"/>
          </p:nvPr>
        </p:nvSpPr>
        <p:spPr>
          <a:xfrm>
            <a:off x="11330666" y="6251679"/>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0"/>
        <p:cNvGrpSpPr/>
        <p:nvPr/>
      </p:nvGrpSpPr>
      <p:grpSpPr>
        <a:xfrm>
          <a:off x="0" y="0"/>
          <a:ext cx="0" cy="0"/>
          <a:chOff x="0" y="0"/>
          <a:chExt cx="0" cy="0"/>
        </a:xfrm>
      </p:grpSpPr>
      <p:cxnSp>
        <p:nvCxnSpPr>
          <p:cNvPr id="61" name="Google Shape;61;g152beb0614f_0_119"/>
          <p:cNvCxnSpPr/>
          <p:nvPr/>
        </p:nvCxnSpPr>
        <p:spPr>
          <a:xfrm>
            <a:off x="566934" y="6320000"/>
            <a:ext cx="11062500" cy="0"/>
          </a:xfrm>
          <a:prstGeom prst="straightConnector1">
            <a:avLst/>
          </a:prstGeom>
          <a:noFill/>
          <a:ln w="19050" cap="flat" cmpd="sng">
            <a:solidFill>
              <a:schemeClr val="dk2"/>
            </a:solidFill>
            <a:prstDash val="solid"/>
            <a:round/>
            <a:headEnd type="none" w="sm" len="sm"/>
            <a:tailEnd type="none" w="sm" len="sm"/>
          </a:ln>
        </p:spPr>
      </p:cxnSp>
      <p:cxnSp>
        <p:nvCxnSpPr>
          <p:cNvPr id="62" name="Google Shape;62;g152beb0614f_0_119"/>
          <p:cNvCxnSpPr/>
          <p:nvPr/>
        </p:nvCxnSpPr>
        <p:spPr>
          <a:xfrm>
            <a:off x="566934" y="554200"/>
            <a:ext cx="11062500" cy="0"/>
          </a:xfrm>
          <a:prstGeom prst="straightConnector1">
            <a:avLst/>
          </a:prstGeom>
          <a:noFill/>
          <a:ln w="38100" cap="flat" cmpd="sng">
            <a:solidFill>
              <a:schemeClr val="dk2"/>
            </a:solidFill>
            <a:prstDash val="solid"/>
            <a:round/>
            <a:headEnd type="none" w="sm" len="sm"/>
            <a:tailEnd type="none" w="sm" len="sm"/>
          </a:ln>
        </p:spPr>
      </p:cxnSp>
      <p:sp>
        <p:nvSpPr>
          <p:cNvPr id="63" name="Google Shape;63;g152beb0614f_0_119"/>
          <p:cNvSpPr txBox="1">
            <a:spLocks noGrp="1"/>
          </p:cNvSpPr>
          <p:nvPr>
            <p:ph type="title" hasCustomPrompt="1"/>
          </p:nvPr>
        </p:nvSpPr>
        <p:spPr>
          <a:xfrm>
            <a:off x="1138600" y="1739800"/>
            <a:ext cx="9914700" cy="2051100"/>
          </a:xfrm>
          <a:prstGeom prst="rect">
            <a:avLst/>
          </a:prstGeom>
        </p:spPr>
        <p:txBody>
          <a:bodyPr spcFirstLastPara="1" wrap="square" lIns="121900" tIns="121900" rIns="121900" bIns="121900" anchor="ctr" anchorCtr="0">
            <a:normAutofit/>
          </a:bodyPr>
          <a:lstStyle>
            <a:lvl1pPr lvl="0" algn="ctr">
              <a:spcBef>
                <a:spcPts val="0"/>
              </a:spcBef>
              <a:spcAft>
                <a:spcPts val="0"/>
              </a:spcAft>
              <a:buClr>
                <a:schemeClr val="dk1"/>
              </a:buClr>
              <a:buSzPts val="12800"/>
              <a:buFont typeface="Lato"/>
              <a:buNone/>
              <a:defRPr sz="12800">
                <a:solidFill>
                  <a:schemeClr val="dk1"/>
                </a:solidFill>
                <a:latin typeface="Lato"/>
                <a:ea typeface="Lato"/>
                <a:cs typeface="Lato"/>
                <a:sym typeface="Lato"/>
              </a:defRPr>
            </a:lvl1pPr>
            <a:lvl2pPr lvl="1" algn="ctr">
              <a:spcBef>
                <a:spcPts val="0"/>
              </a:spcBef>
              <a:spcAft>
                <a:spcPts val="0"/>
              </a:spcAft>
              <a:buClr>
                <a:schemeClr val="dk1"/>
              </a:buClr>
              <a:buSzPts val="12800"/>
              <a:buFont typeface="Lato"/>
              <a:buNone/>
              <a:defRPr sz="12800">
                <a:solidFill>
                  <a:schemeClr val="dk1"/>
                </a:solidFill>
                <a:latin typeface="Lato"/>
                <a:ea typeface="Lato"/>
                <a:cs typeface="Lato"/>
                <a:sym typeface="Lato"/>
              </a:defRPr>
            </a:lvl2pPr>
            <a:lvl3pPr lvl="2" algn="ctr">
              <a:spcBef>
                <a:spcPts val="0"/>
              </a:spcBef>
              <a:spcAft>
                <a:spcPts val="0"/>
              </a:spcAft>
              <a:buClr>
                <a:schemeClr val="dk1"/>
              </a:buClr>
              <a:buSzPts val="12800"/>
              <a:buFont typeface="Lato"/>
              <a:buNone/>
              <a:defRPr sz="12800">
                <a:solidFill>
                  <a:schemeClr val="dk1"/>
                </a:solidFill>
                <a:latin typeface="Lato"/>
                <a:ea typeface="Lato"/>
                <a:cs typeface="Lato"/>
                <a:sym typeface="Lato"/>
              </a:defRPr>
            </a:lvl3pPr>
            <a:lvl4pPr lvl="3" algn="ctr">
              <a:spcBef>
                <a:spcPts val="0"/>
              </a:spcBef>
              <a:spcAft>
                <a:spcPts val="0"/>
              </a:spcAft>
              <a:buClr>
                <a:schemeClr val="dk1"/>
              </a:buClr>
              <a:buSzPts val="12800"/>
              <a:buFont typeface="Lato"/>
              <a:buNone/>
              <a:defRPr sz="12800">
                <a:solidFill>
                  <a:schemeClr val="dk1"/>
                </a:solidFill>
                <a:latin typeface="Lato"/>
                <a:ea typeface="Lato"/>
                <a:cs typeface="Lato"/>
                <a:sym typeface="Lato"/>
              </a:defRPr>
            </a:lvl4pPr>
            <a:lvl5pPr lvl="4" algn="ctr">
              <a:spcBef>
                <a:spcPts val="0"/>
              </a:spcBef>
              <a:spcAft>
                <a:spcPts val="0"/>
              </a:spcAft>
              <a:buClr>
                <a:schemeClr val="dk1"/>
              </a:buClr>
              <a:buSzPts val="12800"/>
              <a:buFont typeface="Lato"/>
              <a:buNone/>
              <a:defRPr sz="12800">
                <a:solidFill>
                  <a:schemeClr val="dk1"/>
                </a:solidFill>
                <a:latin typeface="Lato"/>
                <a:ea typeface="Lato"/>
                <a:cs typeface="Lato"/>
                <a:sym typeface="Lato"/>
              </a:defRPr>
            </a:lvl5pPr>
            <a:lvl6pPr lvl="5" algn="ctr">
              <a:spcBef>
                <a:spcPts val="0"/>
              </a:spcBef>
              <a:spcAft>
                <a:spcPts val="0"/>
              </a:spcAft>
              <a:buClr>
                <a:schemeClr val="dk1"/>
              </a:buClr>
              <a:buSzPts val="12800"/>
              <a:buFont typeface="Lato"/>
              <a:buNone/>
              <a:defRPr sz="12800">
                <a:solidFill>
                  <a:schemeClr val="dk1"/>
                </a:solidFill>
                <a:latin typeface="Lato"/>
                <a:ea typeface="Lato"/>
                <a:cs typeface="Lato"/>
                <a:sym typeface="Lato"/>
              </a:defRPr>
            </a:lvl6pPr>
            <a:lvl7pPr lvl="6" algn="ctr">
              <a:spcBef>
                <a:spcPts val="0"/>
              </a:spcBef>
              <a:spcAft>
                <a:spcPts val="0"/>
              </a:spcAft>
              <a:buClr>
                <a:schemeClr val="dk1"/>
              </a:buClr>
              <a:buSzPts val="12800"/>
              <a:buFont typeface="Lato"/>
              <a:buNone/>
              <a:defRPr sz="12800">
                <a:solidFill>
                  <a:schemeClr val="dk1"/>
                </a:solidFill>
                <a:latin typeface="Lato"/>
                <a:ea typeface="Lato"/>
                <a:cs typeface="Lato"/>
                <a:sym typeface="Lato"/>
              </a:defRPr>
            </a:lvl7pPr>
            <a:lvl8pPr lvl="7" algn="ctr">
              <a:spcBef>
                <a:spcPts val="0"/>
              </a:spcBef>
              <a:spcAft>
                <a:spcPts val="0"/>
              </a:spcAft>
              <a:buClr>
                <a:schemeClr val="dk1"/>
              </a:buClr>
              <a:buSzPts val="12800"/>
              <a:buFont typeface="Lato"/>
              <a:buNone/>
              <a:defRPr sz="12800">
                <a:solidFill>
                  <a:schemeClr val="dk1"/>
                </a:solidFill>
                <a:latin typeface="Lato"/>
                <a:ea typeface="Lato"/>
                <a:cs typeface="Lato"/>
                <a:sym typeface="Lato"/>
              </a:defRPr>
            </a:lvl8pPr>
            <a:lvl9pPr lvl="8" algn="ctr">
              <a:spcBef>
                <a:spcPts val="0"/>
              </a:spcBef>
              <a:spcAft>
                <a:spcPts val="0"/>
              </a:spcAft>
              <a:buClr>
                <a:schemeClr val="dk1"/>
              </a:buClr>
              <a:buSzPts val="12800"/>
              <a:buFont typeface="Lato"/>
              <a:buNone/>
              <a:defRPr sz="12800">
                <a:solidFill>
                  <a:schemeClr val="dk1"/>
                </a:solidFill>
                <a:latin typeface="Lato"/>
                <a:ea typeface="Lato"/>
                <a:cs typeface="Lato"/>
                <a:sym typeface="Lato"/>
              </a:defRPr>
            </a:lvl9pPr>
          </a:lstStyle>
          <a:p>
            <a:r>
              <a:t>xx%</a:t>
            </a:r>
          </a:p>
        </p:txBody>
      </p:sp>
      <p:sp>
        <p:nvSpPr>
          <p:cNvPr id="64" name="Google Shape;64;g152beb0614f_0_119"/>
          <p:cNvSpPr txBox="1">
            <a:spLocks noGrp="1"/>
          </p:cNvSpPr>
          <p:nvPr>
            <p:ph type="body" idx="1"/>
          </p:nvPr>
        </p:nvSpPr>
        <p:spPr>
          <a:xfrm>
            <a:off x="1138600" y="3892600"/>
            <a:ext cx="9914700" cy="1428900"/>
          </a:xfrm>
          <a:prstGeom prst="rect">
            <a:avLst/>
          </a:prstGeom>
        </p:spPr>
        <p:txBody>
          <a:bodyPr spcFirstLastPara="1" wrap="square" lIns="121900" tIns="121900" rIns="121900" bIns="121900" anchor="t" anchorCtr="0">
            <a:normAutofit/>
          </a:bodyPr>
          <a:lstStyle>
            <a:lvl1pPr marL="457200" lvl="0" indent="-381000" algn="ctr">
              <a:spcBef>
                <a:spcPts val="0"/>
              </a:spcBef>
              <a:spcAft>
                <a:spcPts val="0"/>
              </a:spcAft>
              <a:buSzPts val="2400"/>
              <a:buChar char="●"/>
              <a:defRPr/>
            </a:lvl1pPr>
            <a:lvl2pPr marL="914400" lvl="1" indent="-349250" algn="ctr">
              <a:spcBef>
                <a:spcPts val="0"/>
              </a:spcBef>
              <a:spcAft>
                <a:spcPts val="0"/>
              </a:spcAft>
              <a:buSzPts val="1900"/>
              <a:buChar char="○"/>
              <a:defRPr/>
            </a:lvl2pPr>
            <a:lvl3pPr marL="1371600" lvl="2" indent="-349250" algn="ctr">
              <a:spcBef>
                <a:spcPts val="0"/>
              </a:spcBef>
              <a:spcAft>
                <a:spcPts val="0"/>
              </a:spcAft>
              <a:buSzPts val="1900"/>
              <a:buChar char="■"/>
              <a:defRPr/>
            </a:lvl3pPr>
            <a:lvl4pPr marL="1828800" lvl="3" indent="-349250" algn="ctr">
              <a:spcBef>
                <a:spcPts val="0"/>
              </a:spcBef>
              <a:spcAft>
                <a:spcPts val="0"/>
              </a:spcAft>
              <a:buSzPts val="1900"/>
              <a:buChar char="●"/>
              <a:defRPr/>
            </a:lvl4pPr>
            <a:lvl5pPr marL="2286000" lvl="4" indent="-349250" algn="ctr">
              <a:spcBef>
                <a:spcPts val="0"/>
              </a:spcBef>
              <a:spcAft>
                <a:spcPts val="0"/>
              </a:spcAft>
              <a:buSzPts val="1900"/>
              <a:buChar char="○"/>
              <a:defRPr/>
            </a:lvl5pPr>
            <a:lvl6pPr marL="2743200" lvl="5" indent="-349250" algn="ctr">
              <a:spcBef>
                <a:spcPts val="0"/>
              </a:spcBef>
              <a:spcAft>
                <a:spcPts val="0"/>
              </a:spcAft>
              <a:buSzPts val="1900"/>
              <a:buChar char="■"/>
              <a:defRPr/>
            </a:lvl6pPr>
            <a:lvl7pPr marL="3200400" lvl="6" indent="-349250" algn="ctr">
              <a:spcBef>
                <a:spcPts val="0"/>
              </a:spcBef>
              <a:spcAft>
                <a:spcPts val="0"/>
              </a:spcAft>
              <a:buSzPts val="1900"/>
              <a:buChar char="●"/>
              <a:defRPr/>
            </a:lvl7pPr>
            <a:lvl8pPr marL="3657600" lvl="7" indent="-349250" algn="ctr">
              <a:spcBef>
                <a:spcPts val="0"/>
              </a:spcBef>
              <a:spcAft>
                <a:spcPts val="0"/>
              </a:spcAft>
              <a:buSzPts val="1900"/>
              <a:buChar char="○"/>
              <a:defRPr/>
            </a:lvl8pPr>
            <a:lvl9pPr marL="4114800" lvl="8" indent="-349250" algn="ctr">
              <a:spcBef>
                <a:spcPts val="0"/>
              </a:spcBef>
              <a:spcAft>
                <a:spcPts val="0"/>
              </a:spcAft>
              <a:buSzPts val="1900"/>
              <a:buChar char="■"/>
              <a:defRPr/>
            </a:lvl9pPr>
          </a:lstStyle>
          <a:p>
            <a:endParaRPr/>
          </a:p>
        </p:txBody>
      </p:sp>
      <p:sp>
        <p:nvSpPr>
          <p:cNvPr id="65" name="Google Shape;65;g152beb0614f_0_119"/>
          <p:cNvSpPr txBox="1">
            <a:spLocks noGrp="1"/>
          </p:cNvSpPr>
          <p:nvPr>
            <p:ph type="sldNum" idx="12"/>
          </p:nvPr>
        </p:nvSpPr>
        <p:spPr>
          <a:xfrm>
            <a:off x="11330666" y="6251679"/>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g152beb0614f_0_125"/>
          <p:cNvSpPr txBox="1">
            <a:spLocks noGrp="1"/>
          </p:cNvSpPr>
          <p:nvPr>
            <p:ph type="sldNum" idx="12"/>
          </p:nvPr>
        </p:nvSpPr>
        <p:spPr>
          <a:xfrm>
            <a:off x="11330666" y="6251679"/>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8"/>
        <p:cNvGrpSpPr/>
        <p:nvPr/>
      </p:nvGrpSpPr>
      <p:grpSpPr>
        <a:xfrm>
          <a:off x="0" y="0"/>
          <a:ext cx="0" cy="0"/>
          <a:chOff x="0" y="0"/>
          <a:chExt cx="0" cy="0"/>
        </a:xfrm>
      </p:grpSpPr>
      <p:sp>
        <p:nvSpPr>
          <p:cNvPr id="69" name="Google Shape;69;g152beb0614f_0_1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70" name="Google Shape;70;g152beb0614f_0_1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1600"/>
              </a:spcBef>
              <a:spcAft>
                <a:spcPts val="0"/>
              </a:spcAft>
              <a:buClr>
                <a:schemeClr val="dk1"/>
              </a:buClr>
              <a:buSzPts val="1800"/>
              <a:buChar char="○"/>
              <a:defRPr/>
            </a:lvl2pPr>
            <a:lvl3pPr marL="1371600" lvl="2" indent="-342900" algn="l" rtl="0">
              <a:lnSpc>
                <a:spcPct val="90000"/>
              </a:lnSpc>
              <a:spcBef>
                <a:spcPts val="1600"/>
              </a:spcBef>
              <a:spcAft>
                <a:spcPts val="0"/>
              </a:spcAft>
              <a:buClr>
                <a:schemeClr val="dk1"/>
              </a:buClr>
              <a:buSzPts val="1800"/>
              <a:buChar char="■"/>
              <a:defRPr/>
            </a:lvl3pPr>
            <a:lvl4pPr marL="1828800" lvl="3" indent="-342900" algn="l" rtl="0">
              <a:lnSpc>
                <a:spcPct val="90000"/>
              </a:lnSpc>
              <a:spcBef>
                <a:spcPts val="1600"/>
              </a:spcBef>
              <a:spcAft>
                <a:spcPts val="0"/>
              </a:spcAft>
              <a:buClr>
                <a:schemeClr val="dk1"/>
              </a:buClr>
              <a:buSzPts val="1800"/>
              <a:buChar char="●"/>
              <a:defRPr/>
            </a:lvl4pPr>
            <a:lvl5pPr marL="2286000" lvl="4" indent="-342900" algn="l" rtl="0">
              <a:lnSpc>
                <a:spcPct val="90000"/>
              </a:lnSpc>
              <a:spcBef>
                <a:spcPts val="1600"/>
              </a:spcBef>
              <a:spcAft>
                <a:spcPts val="0"/>
              </a:spcAft>
              <a:buClr>
                <a:schemeClr val="dk1"/>
              </a:buClr>
              <a:buSzPts val="1800"/>
              <a:buChar char="○"/>
              <a:defRPr/>
            </a:lvl5pPr>
            <a:lvl6pPr marL="2743200" lvl="5" indent="-342900" algn="l" rtl="0">
              <a:lnSpc>
                <a:spcPct val="90000"/>
              </a:lnSpc>
              <a:spcBef>
                <a:spcPts val="1600"/>
              </a:spcBef>
              <a:spcAft>
                <a:spcPts val="0"/>
              </a:spcAft>
              <a:buClr>
                <a:schemeClr val="dk1"/>
              </a:buClr>
              <a:buSzPts val="1800"/>
              <a:buChar char="■"/>
              <a:defRPr/>
            </a:lvl6pPr>
            <a:lvl7pPr marL="3200400" lvl="6" indent="-342900" algn="l" rtl="0">
              <a:lnSpc>
                <a:spcPct val="90000"/>
              </a:lnSpc>
              <a:spcBef>
                <a:spcPts val="1600"/>
              </a:spcBef>
              <a:spcAft>
                <a:spcPts val="0"/>
              </a:spcAft>
              <a:buClr>
                <a:schemeClr val="dk1"/>
              </a:buClr>
              <a:buSzPts val="1800"/>
              <a:buChar char="●"/>
              <a:defRPr/>
            </a:lvl7pPr>
            <a:lvl8pPr marL="3657600" lvl="7" indent="-342900" algn="l" rtl="0">
              <a:lnSpc>
                <a:spcPct val="90000"/>
              </a:lnSpc>
              <a:spcBef>
                <a:spcPts val="1600"/>
              </a:spcBef>
              <a:spcAft>
                <a:spcPts val="0"/>
              </a:spcAft>
              <a:buClr>
                <a:schemeClr val="dk1"/>
              </a:buClr>
              <a:buSzPts val="1800"/>
              <a:buChar char="○"/>
              <a:defRPr/>
            </a:lvl8pPr>
            <a:lvl9pPr marL="4114800" lvl="8" indent="-342900" algn="l" rtl="0">
              <a:lnSpc>
                <a:spcPct val="90000"/>
              </a:lnSpc>
              <a:spcBef>
                <a:spcPts val="1600"/>
              </a:spcBef>
              <a:spcAft>
                <a:spcPts val="1600"/>
              </a:spcAft>
              <a:buClr>
                <a:schemeClr val="dk1"/>
              </a:buClr>
              <a:buSzPts val="1800"/>
              <a:buChar char="■"/>
              <a:defRPr/>
            </a:lvl9pPr>
          </a:lstStyle>
          <a:p>
            <a:endParaRPr/>
          </a:p>
        </p:txBody>
      </p:sp>
      <p:sp>
        <p:nvSpPr>
          <p:cNvPr id="71" name="Google Shape;71;g152beb0614f_0_1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g152beb0614f_0_1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g152beb0614f_0_1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wiss-2">
    <p:bg>
      <p:bgPr>
        <a:solidFill>
          <a:schemeClr val="lt1"/>
        </a:solidFill>
        <a:effectLst/>
      </p:bgPr>
    </p:bg>
    <p:spTree>
      <p:nvGrpSpPr>
        <p:cNvPr id="1" name="Shape 5"/>
        <p:cNvGrpSpPr/>
        <p:nvPr/>
      </p:nvGrpSpPr>
      <p:grpSpPr>
        <a:xfrm>
          <a:off x="0" y="0"/>
          <a:ext cx="0" cy="0"/>
          <a:chOff x="0" y="0"/>
          <a:chExt cx="0" cy="0"/>
        </a:xfrm>
      </p:grpSpPr>
      <p:sp>
        <p:nvSpPr>
          <p:cNvPr id="6" name="Google Shape;6;g152beb0614f_0_64"/>
          <p:cNvSpPr txBox="1">
            <a:spLocks noGrp="1"/>
          </p:cNvSpPr>
          <p:nvPr>
            <p:ph type="title"/>
          </p:nvPr>
        </p:nvSpPr>
        <p:spPr>
          <a:xfrm>
            <a:off x="3200333" y="767933"/>
            <a:ext cx="8428800" cy="8472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dk2"/>
              </a:buClr>
              <a:buSzPts val="4000"/>
              <a:buFont typeface="Raleway"/>
              <a:buNone/>
              <a:defRPr sz="4000" b="1">
                <a:solidFill>
                  <a:schemeClr val="dk2"/>
                </a:solidFill>
                <a:latin typeface="Raleway"/>
                <a:ea typeface="Raleway"/>
                <a:cs typeface="Raleway"/>
                <a:sym typeface="Raleway"/>
              </a:defRPr>
            </a:lvl1pPr>
            <a:lvl2pPr lvl="1">
              <a:spcBef>
                <a:spcPts val="0"/>
              </a:spcBef>
              <a:spcAft>
                <a:spcPts val="0"/>
              </a:spcAft>
              <a:buClr>
                <a:schemeClr val="dk2"/>
              </a:buClr>
              <a:buSzPts val="4000"/>
              <a:buFont typeface="Raleway"/>
              <a:buNone/>
              <a:defRPr sz="4000" b="1">
                <a:solidFill>
                  <a:schemeClr val="dk2"/>
                </a:solidFill>
                <a:latin typeface="Raleway"/>
                <a:ea typeface="Raleway"/>
                <a:cs typeface="Raleway"/>
                <a:sym typeface="Raleway"/>
              </a:defRPr>
            </a:lvl2pPr>
            <a:lvl3pPr lvl="2">
              <a:spcBef>
                <a:spcPts val="0"/>
              </a:spcBef>
              <a:spcAft>
                <a:spcPts val="0"/>
              </a:spcAft>
              <a:buClr>
                <a:schemeClr val="dk2"/>
              </a:buClr>
              <a:buSzPts val="4000"/>
              <a:buFont typeface="Raleway"/>
              <a:buNone/>
              <a:defRPr sz="4000" b="1">
                <a:solidFill>
                  <a:schemeClr val="dk2"/>
                </a:solidFill>
                <a:latin typeface="Raleway"/>
                <a:ea typeface="Raleway"/>
                <a:cs typeface="Raleway"/>
                <a:sym typeface="Raleway"/>
              </a:defRPr>
            </a:lvl3pPr>
            <a:lvl4pPr lvl="3">
              <a:spcBef>
                <a:spcPts val="0"/>
              </a:spcBef>
              <a:spcAft>
                <a:spcPts val="0"/>
              </a:spcAft>
              <a:buClr>
                <a:schemeClr val="dk2"/>
              </a:buClr>
              <a:buSzPts val="4000"/>
              <a:buFont typeface="Raleway"/>
              <a:buNone/>
              <a:defRPr sz="4000" b="1">
                <a:solidFill>
                  <a:schemeClr val="dk2"/>
                </a:solidFill>
                <a:latin typeface="Raleway"/>
                <a:ea typeface="Raleway"/>
                <a:cs typeface="Raleway"/>
                <a:sym typeface="Raleway"/>
              </a:defRPr>
            </a:lvl4pPr>
            <a:lvl5pPr lvl="4">
              <a:spcBef>
                <a:spcPts val="0"/>
              </a:spcBef>
              <a:spcAft>
                <a:spcPts val="0"/>
              </a:spcAft>
              <a:buClr>
                <a:schemeClr val="dk2"/>
              </a:buClr>
              <a:buSzPts val="4000"/>
              <a:buFont typeface="Raleway"/>
              <a:buNone/>
              <a:defRPr sz="4000" b="1">
                <a:solidFill>
                  <a:schemeClr val="dk2"/>
                </a:solidFill>
                <a:latin typeface="Raleway"/>
                <a:ea typeface="Raleway"/>
                <a:cs typeface="Raleway"/>
                <a:sym typeface="Raleway"/>
              </a:defRPr>
            </a:lvl5pPr>
            <a:lvl6pPr lvl="5">
              <a:spcBef>
                <a:spcPts val="0"/>
              </a:spcBef>
              <a:spcAft>
                <a:spcPts val="0"/>
              </a:spcAft>
              <a:buClr>
                <a:schemeClr val="dk2"/>
              </a:buClr>
              <a:buSzPts val="4000"/>
              <a:buFont typeface="Raleway"/>
              <a:buNone/>
              <a:defRPr sz="4000" b="1">
                <a:solidFill>
                  <a:schemeClr val="dk2"/>
                </a:solidFill>
                <a:latin typeface="Raleway"/>
                <a:ea typeface="Raleway"/>
                <a:cs typeface="Raleway"/>
                <a:sym typeface="Raleway"/>
              </a:defRPr>
            </a:lvl6pPr>
            <a:lvl7pPr lvl="6">
              <a:spcBef>
                <a:spcPts val="0"/>
              </a:spcBef>
              <a:spcAft>
                <a:spcPts val="0"/>
              </a:spcAft>
              <a:buClr>
                <a:schemeClr val="dk2"/>
              </a:buClr>
              <a:buSzPts val="4000"/>
              <a:buFont typeface="Raleway"/>
              <a:buNone/>
              <a:defRPr sz="4000" b="1">
                <a:solidFill>
                  <a:schemeClr val="dk2"/>
                </a:solidFill>
                <a:latin typeface="Raleway"/>
                <a:ea typeface="Raleway"/>
                <a:cs typeface="Raleway"/>
                <a:sym typeface="Raleway"/>
              </a:defRPr>
            </a:lvl7pPr>
            <a:lvl8pPr lvl="7">
              <a:spcBef>
                <a:spcPts val="0"/>
              </a:spcBef>
              <a:spcAft>
                <a:spcPts val="0"/>
              </a:spcAft>
              <a:buClr>
                <a:schemeClr val="dk2"/>
              </a:buClr>
              <a:buSzPts val="4000"/>
              <a:buFont typeface="Raleway"/>
              <a:buNone/>
              <a:defRPr sz="4000" b="1">
                <a:solidFill>
                  <a:schemeClr val="dk2"/>
                </a:solidFill>
                <a:latin typeface="Raleway"/>
                <a:ea typeface="Raleway"/>
                <a:cs typeface="Raleway"/>
                <a:sym typeface="Raleway"/>
              </a:defRPr>
            </a:lvl8pPr>
            <a:lvl9pPr lvl="8">
              <a:spcBef>
                <a:spcPts val="0"/>
              </a:spcBef>
              <a:spcAft>
                <a:spcPts val="0"/>
              </a:spcAft>
              <a:buClr>
                <a:schemeClr val="dk2"/>
              </a:buClr>
              <a:buSzPts val="4000"/>
              <a:buFont typeface="Raleway"/>
              <a:buNone/>
              <a:defRPr sz="4000" b="1">
                <a:solidFill>
                  <a:schemeClr val="dk2"/>
                </a:solidFill>
                <a:latin typeface="Raleway"/>
                <a:ea typeface="Raleway"/>
                <a:cs typeface="Raleway"/>
                <a:sym typeface="Raleway"/>
              </a:defRPr>
            </a:lvl9pPr>
          </a:lstStyle>
          <a:p>
            <a:endParaRPr/>
          </a:p>
        </p:txBody>
      </p:sp>
      <p:sp>
        <p:nvSpPr>
          <p:cNvPr id="7" name="Google Shape;7;g152beb0614f_0_64"/>
          <p:cNvSpPr txBox="1">
            <a:spLocks noGrp="1"/>
          </p:cNvSpPr>
          <p:nvPr>
            <p:ph type="body" idx="1"/>
          </p:nvPr>
        </p:nvSpPr>
        <p:spPr>
          <a:xfrm>
            <a:off x="3213483" y="2127701"/>
            <a:ext cx="8428800" cy="4003200"/>
          </a:xfrm>
          <a:prstGeom prst="rect">
            <a:avLst/>
          </a:prstGeom>
          <a:noFill/>
          <a:ln>
            <a:noFill/>
          </a:ln>
        </p:spPr>
        <p:txBody>
          <a:bodyPr spcFirstLastPara="1" wrap="square" lIns="121900" tIns="121900" rIns="121900" bIns="121900" anchor="t" anchorCtr="0">
            <a:normAutofit/>
          </a:bodyPr>
          <a:lstStyle>
            <a:lvl1pPr marL="457200" lvl="0" indent="-381000">
              <a:lnSpc>
                <a:spcPct val="115000"/>
              </a:lnSpc>
              <a:spcBef>
                <a:spcPts val="0"/>
              </a:spcBef>
              <a:spcAft>
                <a:spcPts val="0"/>
              </a:spcAft>
              <a:buClr>
                <a:schemeClr val="dk2"/>
              </a:buClr>
              <a:buSzPts val="2400"/>
              <a:buFont typeface="Lato"/>
              <a:buChar char="●"/>
              <a:defRPr sz="2400">
                <a:solidFill>
                  <a:schemeClr val="dk2"/>
                </a:solidFill>
                <a:latin typeface="Lato"/>
                <a:ea typeface="Lato"/>
                <a:cs typeface="Lato"/>
                <a:sym typeface="Lato"/>
              </a:defRPr>
            </a:lvl1pPr>
            <a:lvl2pPr marL="914400" lvl="1" indent="-349250">
              <a:lnSpc>
                <a:spcPct val="115000"/>
              </a:lnSpc>
              <a:spcBef>
                <a:spcPts val="0"/>
              </a:spcBef>
              <a:spcAft>
                <a:spcPts val="0"/>
              </a:spcAft>
              <a:buClr>
                <a:schemeClr val="dk2"/>
              </a:buClr>
              <a:buSzPts val="1900"/>
              <a:buFont typeface="Lato"/>
              <a:buChar char="○"/>
              <a:defRPr sz="1900">
                <a:solidFill>
                  <a:schemeClr val="dk2"/>
                </a:solidFill>
                <a:latin typeface="Lato"/>
                <a:ea typeface="Lato"/>
                <a:cs typeface="Lato"/>
                <a:sym typeface="Lato"/>
              </a:defRPr>
            </a:lvl2pPr>
            <a:lvl3pPr marL="1371600" lvl="2" indent="-349250">
              <a:lnSpc>
                <a:spcPct val="115000"/>
              </a:lnSpc>
              <a:spcBef>
                <a:spcPts val="0"/>
              </a:spcBef>
              <a:spcAft>
                <a:spcPts val="0"/>
              </a:spcAft>
              <a:buClr>
                <a:schemeClr val="dk2"/>
              </a:buClr>
              <a:buSzPts val="1900"/>
              <a:buFont typeface="Lato"/>
              <a:buChar char="■"/>
              <a:defRPr sz="1900">
                <a:solidFill>
                  <a:schemeClr val="dk2"/>
                </a:solidFill>
                <a:latin typeface="Lato"/>
                <a:ea typeface="Lato"/>
                <a:cs typeface="Lato"/>
                <a:sym typeface="Lato"/>
              </a:defRPr>
            </a:lvl3pPr>
            <a:lvl4pPr marL="1828800" lvl="3" indent="-349250">
              <a:lnSpc>
                <a:spcPct val="115000"/>
              </a:lnSpc>
              <a:spcBef>
                <a:spcPts val="0"/>
              </a:spcBef>
              <a:spcAft>
                <a:spcPts val="0"/>
              </a:spcAft>
              <a:buClr>
                <a:schemeClr val="dk2"/>
              </a:buClr>
              <a:buSzPts val="1900"/>
              <a:buFont typeface="Lato"/>
              <a:buChar char="●"/>
              <a:defRPr sz="1900">
                <a:solidFill>
                  <a:schemeClr val="dk2"/>
                </a:solidFill>
                <a:latin typeface="Lato"/>
                <a:ea typeface="Lato"/>
                <a:cs typeface="Lato"/>
                <a:sym typeface="Lato"/>
              </a:defRPr>
            </a:lvl4pPr>
            <a:lvl5pPr marL="2286000" lvl="4" indent="-349250">
              <a:lnSpc>
                <a:spcPct val="115000"/>
              </a:lnSpc>
              <a:spcBef>
                <a:spcPts val="0"/>
              </a:spcBef>
              <a:spcAft>
                <a:spcPts val="0"/>
              </a:spcAft>
              <a:buClr>
                <a:schemeClr val="dk2"/>
              </a:buClr>
              <a:buSzPts val="1900"/>
              <a:buFont typeface="Lato"/>
              <a:buChar char="○"/>
              <a:defRPr sz="1900">
                <a:solidFill>
                  <a:schemeClr val="dk2"/>
                </a:solidFill>
                <a:latin typeface="Lato"/>
                <a:ea typeface="Lato"/>
                <a:cs typeface="Lato"/>
                <a:sym typeface="Lato"/>
              </a:defRPr>
            </a:lvl5pPr>
            <a:lvl6pPr marL="2743200" lvl="5" indent="-349250">
              <a:lnSpc>
                <a:spcPct val="115000"/>
              </a:lnSpc>
              <a:spcBef>
                <a:spcPts val="0"/>
              </a:spcBef>
              <a:spcAft>
                <a:spcPts val="0"/>
              </a:spcAft>
              <a:buClr>
                <a:schemeClr val="dk2"/>
              </a:buClr>
              <a:buSzPts val="1900"/>
              <a:buFont typeface="Lato"/>
              <a:buChar char="■"/>
              <a:defRPr sz="1900">
                <a:solidFill>
                  <a:schemeClr val="dk2"/>
                </a:solidFill>
                <a:latin typeface="Lato"/>
                <a:ea typeface="Lato"/>
                <a:cs typeface="Lato"/>
                <a:sym typeface="Lato"/>
              </a:defRPr>
            </a:lvl6pPr>
            <a:lvl7pPr marL="3200400" lvl="6" indent="-349250">
              <a:lnSpc>
                <a:spcPct val="115000"/>
              </a:lnSpc>
              <a:spcBef>
                <a:spcPts val="0"/>
              </a:spcBef>
              <a:spcAft>
                <a:spcPts val="0"/>
              </a:spcAft>
              <a:buClr>
                <a:schemeClr val="dk2"/>
              </a:buClr>
              <a:buSzPts val="1900"/>
              <a:buFont typeface="Lato"/>
              <a:buChar char="●"/>
              <a:defRPr sz="1900">
                <a:solidFill>
                  <a:schemeClr val="dk2"/>
                </a:solidFill>
                <a:latin typeface="Lato"/>
                <a:ea typeface="Lato"/>
                <a:cs typeface="Lato"/>
                <a:sym typeface="Lato"/>
              </a:defRPr>
            </a:lvl7pPr>
            <a:lvl8pPr marL="3657600" lvl="7" indent="-349250">
              <a:lnSpc>
                <a:spcPct val="115000"/>
              </a:lnSpc>
              <a:spcBef>
                <a:spcPts val="0"/>
              </a:spcBef>
              <a:spcAft>
                <a:spcPts val="0"/>
              </a:spcAft>
              <a:buClr>
                <a:schemeClr val="dk2"/>
              </a:buClr>
              <a:buSzPts val="1900"/>
              <a:buFont typeface="Lato"/>
              <a:buChar char="○"/>
              <a:defRPr sz="1900">
                <a:solidFill>
                  <a:schemeClr val="dk2"/>
                </a:solidFill>
                <a:latin typeface="Lato"/>
                <a:ea typeface="Lato"/>
                <a:cs typeface="Lato"/>
                <a:sym typeface="Lato"/>
              </a:defRPr>
            </a:lvl8pPr>
            <a:lvl9pPr marL="4114800" lvl="8" indent="-349250">
              <a:lnSpc>
                <a:spcPct val="115000"/>
              </a:lnSpc>
              <a:spcBef>
                <a:spcPts val="0"/>
              </a:spcBef>
              <a:spcAft>
                <a:spcPts val="0"/>
              </a:spcAft>
              <a:buClr>
                <a:schemeClr val="dk2"/>
              </a:buClr>
              <a:buSzPts val="1900"/>
              <a:buFont typeface="Lato"/>
              <a:buChar char="■"/>
              <a:defRPr sz="1900">
                <a:solidFill>
                  <a:schemeClr val="dk2"/>
                </a:solidFill>
                <a:latin typeface="Lato"/>
                <a:ea typeface="Lato"/>
                <a:cs typeface="Lato"/>
                <a:sym typeface="Lato"/>
              </a:defRPr>
            </a:lvl9pPr>
          </a:lstStyle>
          <a:p>
            <a:endParaRPr/>
          </a:p>
        </p:txBody>
      </p:sp>
      <p:sp>
        <p:nvSpPr>
          <p:cNvPr id="8" name="Google Shape;8;g152beb0614f_0_64"/>
          <p:cNvSpPr txBox="1">
            <a:spLocks noGrp="1"/>
          </p:cNvSpPr>
          <p:nvPr>
            <p:ph type="sldNum" idx="12"/>
          </p:nvPr>
        </p:nvSpPr>
        <p:spPr>
          <a:xfrm>
            <a:off x="11330666" y="6251679"/>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latin typeface="Lato"/>
                <a:ea typeface="Lato"/>
                <a:cs typeface="Lato"/>
                <a:sym typeface="Lato"/>
              </a:defRPr>
            </a:lvl1pPr>
            <a:lvl2pPr lvl="1" algn="r">
              <a:buNone/>
              <a:defRPr sz="1300">
                <a:solidFill>
                  <a:schemeClr val="dk2"/>
                </a:solidFill>
                <a:latin typeface="Lato"/>
                <a:ea typeface="Lato"/>
                <a:cs typeface="Lato"/>
                <a:sym typeface="Lato"/>
              </a:defRPr>
            </a:lvl2pPr>
            <a:lvl3pPr lvl="2" algn="r">
              <a:buNone/>
              <a:defRPr sz="1300">
                <a:solidFill>
                  <a:schemeClr val="dk2"/>
                </a:solidFill>
                <a:latin typeface="Lato"/>
                <a:ea typeface="Lato"/>
                <a:cs typeface="Lato"/>
                <a:sym typeface="Lato"/>
              </a:defRPr>
            </a:lvl3pPr>
            <a:lvl4pPr lvl="3" algn="r">
              <a:buNone/>
              <a:defRPr sz="1300">
                <a:solidFill>
                  <a:schemeClr val="dk2"/>
                </a:solidFill>
                <a:latin typeface="Lato"/>
                <a:ea typeface="Lato"/>
                <a:cs typeface="Lato"/>
                <a:sym typeface="Lato"/>
              </a:defRPr>
            </a:lvl4pPr>
            <a:lvl5pPr lvl="4" algn="r">
              <a:buNone/>
              <a:defRPr sz="1300">
                <a:solidFill>
                  <a:schemeClr val="dk2"/>
                </a:solidFill>
                <a:latin typeface="Lato"/>
                <a:ea typeface="Lato"/>
                <a:cs typeface="Lato"/>
                <a:sym typeface="Lato"/>
              </a:defRPr>
            </a:lvl5pPr>
            <a:lvl6pPr lvl="5" algn="r">
              <a:buNone/>
              <a:defRPr sz="1300">
                <a:solidFill>
                  <a:schemeClr val="dk2"/>
                </a:solidFill>
                <a:latin typeface="Lato"/>
                <a:ea typeface="Lato"/>
                <a:cs typeface="Lato"/>
                <a:sym typeface="Lato"/>
              </a:defRPr>
            </a:lvl6pPr>
            <a:lvl7pPr lvl="6" algn="r">
              <a:buNone/>
              <a:defRPr sz="1300">
                <a:solidFill>
                  <a:schemeClr val="dk2"/>
                </a:solidFill>
                <a:latin typeface="Lato"/>
                <a:ea typeface="Lato"/>
                <a:cs typeface="Lato"/>
                <a:sym typeface="Lato"/>
              </a:defRPr>
            </a:lvl7pPr>
            <a:lvl8pPr lvl="7" algn="r">
              <a:buNone/>
              <a:defRPr sz="1300">
                <a:solidFill>
                  <a:schemeClr val="dk2"/>
                </a:solidFill>
                <a:latin typeface="Lato"/>
                <a:ea typeface="Lato"/>
                <a:cs typeface="Lato"/>
                <a:sym typeface="Lato"/>
              </a:defRPr>
            </a:lvl8pPr>
            <a:lvl9pPr lvl="8" algn="r">
              <a:buNone/>
              <a:defRPr sz="13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0.xml"/><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0.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txBox="1">
            <a:spLocks noGrp="1"/>
          </p:cNvSpPr>
          <p:nvPr>
            <p:ph type="title"/>
          </p:nvPr>
        </p:nvSpPr>
        <p:spPr>
          <a:xfrm>
            <a:off x="838200" y="365125"/>
            <a:ext cx="10611678" cy="3173205"/>
          </a:xfrm>
          <a:prstGeom prst="rect">
            <a:avLst/>
          </a:prstGeom>
          <a:noFill/>
          <a:ln>
            <a:noFill/>
          </a:ln>
        </p:spPr>
        <p:txBody>
          <a:bodyPr spcFirstLastPara="1" wrap="square" lIns="91425" tIns="45700" rIns="91425" bIns="45700" anchor="ctr" anchorCtr="0">
            <a:noAutofit/>
          </a:bodyPr>
          <a:lstStyle/>
          <a:p>
            <a:pPr lvl="0" algn="ctr">
              <a:buSzPts val="5400"/>
            </a:pPr>
            <a:r>
              <a:rPr lang="en-US" sz="6000" dirty="0">
                <a:solidFill>
                  <a:srgbClr val="C00000"/>
                </a:solidFill>
                <a:latin typeface="+mj-lt"/>
              </a:rPr>
              <a:t>CPE 10 FUNDAMENTALS OF MIXED SIGNALS AND SENSORS</a:t>
            </a:r>
            <a:endParaRPr sz="6000" b="1" dirty="0">
              <a:solidFill>
                <a:srgbClr val="C00000"/>
              </a:solidFill>
              <a:latin typeface="+mj-lt"/>
            </a:endParaRPr>
          </a:p>
        </p:txBody>
      </p:sp>
      <p:sp>
        <p:nvSpPr>
          <p:cNvPr id="85" name="Google Shape;85;p2"/>
          <p:cNvSpPr txBox="1">
            <a:spLocks noGrp="1"/>
          </p:cNvSpPr>
          <p:nvPr>
            <p:ph type="body" idx="1"/>
          </p:nvPr>
        </p:nvSpPr>
        <p:spPr>
          <a:xfrm>
            <a:off x="940904" y="3657600"/>
            <a:ext cx="10508974" cy="2915478"/>
          </a:xfrm>
          <a:prstGeom prst="rect">
            <a:avLst/>
          </a:prstGeom>
          <a:noFill/>
          <a:ln>
            <a:noFill/>
          </a:ln>
        </p:spPr>
        <p:txBody>
          <a:bodyPr spcFirstLastPara="1" wrap="square" lIns="91425" tIns="45700" rIns="91425" bIns="45700" anchor="t" anchorCtr="0">
            <a:normAutofit fontScale="92500" lnSpcReduction="20000"/>
          </a:bodyPr>
          <a:lstStyle/>
          <a:p>
            <a:pPr marL="0" indent="0" algn="ctr">
              <a:spcBef>
                <a:spcPts val="0"/>
              </a:spcBef>
              <a:spcAft>
                <a:spcPts val="1600"/>
              </a:spcAft>
              <a:buSzPts val="4800"/>
              <a:buNone/>
            </a:pPr>
            <a:r>
              <a:rPr lang="en-US" sz="4300" b="1" dirty="0">
                <a:solidFill>
                  <a:srgbClr val="C00000"/>
                </a:solidFill>
                <a:latin typeface="+mn-lt"/>
              </a:rPr>
              <a:t>BSCPE III GE – MF 9:00 – 10:30</a:t>
            </a:r>
            <a:br>
              <a:rPr lang="en-US" sz="4300" b="1" dirty="0">
                <a:solidFill>
                  <a:srgbClr val="C00000"/>
                </a:solidFill>
                <a:latin typeface="+mn-lt"/>
              </a:rPr>
            </a:br>
            <a:r>
              <a:rPr lang="en-US" sz="4300" b="1" dirty="0">
                <a:solidFill>
                  <a:srgbClr val="C00000"/>
                </a:solidFill>
                <a:latin typeface="+mn-lt"/>
              </a:rPr>
              <a:t>BSCPE III GF – TTH 9:00 – 10:30</a:t>
            </a:r>
          </a:p>
          <a:p>
            <a:pPr marL="0" indent="0" algn="ctr">
              <a:spcBef>
                <a:spcPts val="0"/>
              </a:spcBef>
              <a:spcAft>
                <a:spcPts val="1600"/>
              </a:spcAft>
              <a:buSzPts val="4800"/>
              <a:buNone/>
            </a:pPr>
            <a:endParaRPr lang="en-US" sz="3600" b="1" dirty="0">
              <a:solidFill>
                <a:srgbClr val="C00000"/>
              </a:solidFill>
              <a:latin typeface="+mn-lt"/>
            </a:endParaRPr>
          </a:p>
          <a:p>
            <a:pPr marL="0" indent="0" algn="ctr">
              <a:spcBef>
                <a:spcPts val="0"/>
              </a:spcBef>
              <a:spcAft>
                <a:spcPts val="1600"/>
              </a:spcAft>
              <a:buSzPts val="4800"/>
              <a:buNone/>
            </a:pPr>
            <a:r>
              <a:rPr lang="en-US" sz="3600" b="1" dirty="0">
                <a:solidFill>
                  <a:srgbClr val="C00000"/>
                </a:solidFill>
                <a:latin typeface="+mn-lt"/>
              </a:rPr>
              <a:t>ENGR. RALPH MONSOUR Z. DELIMA, ECT</a:t>
            </a:r>
          </a:p>
          <a:p>
            <a:pPr marL="0" indent="0" algn="ctr">
              <a:spcBef>
                <a:spcPts val="0"/>
              </a:spcBef>
              <a:spcAft>
                <a:spcPts val="1600"/>
              </a:spcAft>
              <a:buSzPts val="4800"/>
              <a:buNone/>
            </a:pPr>
            <a:r>
              <a:rPr lang="en-US" sz="3600" b="1" dirty="0">
                <a:solidFill>
                  <a:srgbClr val="C00000"/>
                </a:solidFill>
                <a:latin typeface="+mn-lt"/>
              </a:rPr>
              <a:t>SEPTEMBER 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b="1" dirty="0">
                <a:latin typeface="+mj-lt"/>
              </a:rPr>
              <a:t>COURSE DESCRIPTION</a:t>
            </a:r>
            <a:endParaRPr sz="5400" b="1" dirty="0">
              <a:latin typeface="+mj-lt"/>
            </a:endParaRPr>
          </a:p>
        </p:txBody>
      </p:sp>
      <p:sp>
        <p:nvSpPr>
          <p:cNvPr id="85" name="Google Shape;85;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a:bodyPr>
          <a:lstStyle/>
          <a:p>
            <a:pPr marL="0" lvl="0" indent="0" algn="l" rtl="0">
              <a:lnSpc>
                <a:spcPct val="90000"/>
              </a:lnSpc>
              <a:spcBef>
                <a:spcPts val="0"/>
              </a:spcBef>
              <a:spcAft>
                <a:spcPts val="1600"/>
              </a:spcAft>
              <a:buClr>
                <a:schemeClr val="dk1"/>
              </a:buClr>
              <a:buSzPts val="4800"/>
              <a:buNone/>
            </a:pPr>
            <a:r>
              <a:rPr lang="en-US" sz="4800" dirty="0">
                <a:latin typeface="+mn-lt"/>
              </a:rPr>
              <a:t>This course covers operational amplifiers, signal converters, power switching devices and construction and operation of sensors and transducers for converting physical parameters into electrical signals and vice versa. The course focuses on</a:t>
            </a:r>
            <a:endParaRPr sz="4800" dirty="0">
              <a:latin typeface="+mn-lt"/>
            </a:endParaRPr>
          </a:p>
        </p:txBody>
      </p:sp>
    </p:spTree>
    <p:extLst>
      <p:ext uri="{BB962C8B-B14F-4D97-AF65-F5344CB8AC3E}">
        <p14:creationId xmlns:p14="http://schemas.microsoft.com/office/powerpoint/2010/main" val="534405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dirty="0">
                <a:latin typeface="+mj-lt"/>
              </a:rPr>
              <a:t>COURSE DESCRIPTION</a:t>
            </a:r>
            <a:endParaRPr sz="5400" dirty="0">
              <a:latin typeface="+mj-lt"/>
            </a:endParaRPr>
          </a:p>
        </p:txBody>
      </p:sp>
      <p:sp>
        <p:nvSpPr>
          <p:cNvPr id="91" name="Google Shape;91;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1600"/>
              </a:spcAft>
              <a:buClr>
                <a:schemeClr val="dk1"/>
              </a:buClr>
              <a:buSzPts val="4800"/>
              <a:buNone/>
            </a:pPr>
            <a:r>
              <a:rPr lang="en-US" sz="4400" dirty="0">
                <a:latin typeface="+mn-lt"/>
              </a:rPr>
              <a:t>the application of these devices in developing signal conversion circuits that allows measurement, processing and control of physical parameters by digital processing systems such as finite state machine or a digital computer. Topics on actuators are also included.</a:t>
            </a:r>
            <a:endParaRPr sz="4400" dirty="0">
              <a:latin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dirty="0">
                <a:latin typeface="+mj-lt"/>
              </a:rPr>
              <a:t>COURSE OUTLINE</a:t>
            </a:r>
            <a:endParaRPr sz="5400" dirty="0">
              <a:latin typeface="+mj-lt"/>
            </a:endParaRPr>
          </a:p>
        </p:txBody>
      </p:sp>
      <p:sp>
        <p:nvSpPr>
          <p:cNvPr id="97" name="Google Shape;97;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4800"/>
              <a:buNone/>
            </a:pPr>
            <a:r>
              <a:rPr lang="en-US" sz="4400" dirty="0">
                <a:latin typeface="+mn-lt"/>
              </a:rPr>
              <a:t>1. Differential Amplifiers</a:t>
            </a:r>
            <a:endParaRPr sz="4400" dirty="0">
              <a:latin typeface="+mn-lt"/>
            </a:endParaRPr>
          </a:p>
          <a:p>
            <a:pPr marL="0" lvl="0" indent="0" algn="l" rtl="0">
              <a:lnSpc>
                <a:spcPct val="90000"/>
              </a:lnSpc>
              <a:spcBef>
                <a:spcPts val="1000"/>
              </a:spcBef>
              <a:spcAft>
                <a:spcPts val="0"/>
              </a:spcAft>
              <a:buClr>
                <a:schemeClr val="dk1"/>
              </a:buClr>
              <a:buSzPts val="4800"/>
              <a:buNone/>
            </a:pPr>
            <a:r>
              <a:rPr lang="en-US" sz="4400" dirty="0">
                <a:latin typeface="+mn-lt"/>
              </a:rPr>
              <a:t>2. Operational Amplifiers</a:t>
            </a:r>
            <a:endParaRPr sz="4400" dirty="0">
              <a:latin typeface="+mn-lt"/>
            </a:endParaRPr>
          </a:p>
          <a:p>
            <a:pPr marL="0" lvl="0" indent="0" algn="l" rtl="0">
              <a:lnSpc>
                <a:spcPct val="90000"/>
              </a:lnSpc>
              <a:spcBef>
                <a:spcPts val="1000"/>
              </a:spcBef>
              <a:spcAft>
                <a:spcPts val="0"/>
              </a:spcAft>
              <a:buClr>
                <a:schemeClr val="dk1"/>
              </a:buClr>
              <a:buSzPts val="4800"/>
              <a:buNone/>
            </a:pPr>
            <a:r>
              <a:rPr lang="en-US" sz="4400" dirty="0">
                <a:latin typeface="+mn-lt"/>
              </a:rPr>
              <a:t>3. Linear and Non-Linear Applications 	of Op-Amp</a:t>
            </a:r>
            <a:endParaRPr sz="4400" dirty="0">
              <a:latin typeface="+mn-lt"/>
            </a:endParaRPr>
          </a:p>
          <a:p>
            <a:pPr marL="0" lvl="0" indent="0" algn="l" rtl="0">
              <a:lnSpc>
                <a:spcPct val="90000"/>
              </a:lnSpc>
              <a:spcBef>
                <a:spcPts val="1000"/>
              </a:spcBef>
              <a:spcAft>
                <a:spcPts val="1600"/>
              </a:spcAft>
              <a:buClr>
                <a:schemeClr val="dk1"/>
              </a:buClr>
              <a:buSzPts val="4800"/>
              <a:buNone/>
            </a:pPr>
            <a:r>
              <a:rPr lang="en-US" sz="4400" dirty="0">
                <a:latin typeface="+mn-lt"/>
              </a:rPr>
              <a:t>4. Analog to Digital Conversion</a:t>
            </a:r>
          </a:p>
          <a:p>
            <a:pPr marL="0" lvl="0" indent="0" algn="l" rtl="0">
              <a:lnSpc>
                <a:spcPct val="90000"/>
              </a:lnSpc>
              <a:spcBef>
                <a:spcPts val="1000"/>
              </a:spcBef>
              <a:spcAft>
                <a:spcPts val="1600"/>
              </a:spcAft>
              <a:buClr>
                <a:schemeClr val="dk1"/>
              </a:buClr>
              <a:buSzPts val="4800"/>
              <a:buNone/>
            </a:pPr>
            <a:r>
              <a:rPr lang="en-US" sz="4400" dirty="0"/>
              <a:t>5. Digital to Analog Conversion</a:t>
            </a:r>
          </a:p>
          <a:p>
            <a:pPr marL="0" lvl="0" indent="0" algn="l" rtl="0">
              <a:lnSpc>
                <a:spcPct val="90000"/>
              </a:lnSpc>
              <a:spcBef>
                <a:spcPts val="1000"/>
              </a:spcBef>
              <a:spcAft>
                <a:spcPts val="1600"/>
              </a:spcAft>
              <a:buClr>
                <a:schemeClr val="dk1"/>
              </a:buClr>
              <a:buSzPts val="4800"/>
              <a:buNone/>
            </a:pPr>
            <a:endParaRPr sz="4400" dirty="0">
              <a:latin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dirty="0">
                <a:latin typeface="+mj-lt"/>
              </a:rPr>
              <a:t>COURSE OUTLINE</a:t>
            </a:r>
            <a:endParaRPr sz="5400" dirty="0">
              <a:latin typeface="+mj-lt"/>
            </a:endParaRPr>
          </a:p>
        </p:txBody>
      </p:sp>
      <p:sp>
        <p:nvSpPr>
          <p:cNvPr id="103" name="Google Shape;103;p5"/>
          <p:cNvSpPr txBox="1">
            <a:spLocks noGrp="1"/>
          </p:cNvSpPr>
          <p:nvPr>
            <p:ph type="body" idx="1"/>
          </p:nvPr>
        </p:nvSpPr>
        <p:spPr>
          <a:xfrm>
            <a:off x="838200" y="1690688"/>
            <a:ext cx="10515600" cy="448627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Clr>
                <a:schemeClr val="dk1"/>
              </a:buClr>
              <a:buSzPct val="100000"/>
              <a:buNone/>
            </a:pPr>
            <a:r>
              <a:rPr lang="en-US" sz="4400" dirty="0">
                <a:latin typeface="+mn-lt"/>
              </a:rPr>
              <a:t>6. Other Mixed Signals</a:t>
            </a:r>
            <a:endParaRPr sz="4400" dirty="0">
              <a:latin typeface="+mn-lt"/>
            </a:endParaRPr>
          </a:p>
          <a:p>
            <a:pPr marL="0" lvl="0" indent="0" algn="l" rtl="0">
              <a:lnSpc>
                <a:spcPct val="90000"/>
              </a:lnSpc>
              <a:spcBef>
                <a:spcPts val="1000"/>
              </a:spcBef>
              <a:spcAft>
                <a:spcPts val="0"/>
              </a:spcAft>
              <a:buClr>
                <a:schemeClr val="dk1"/>
              </a:buClr>
              <a:buSzPct val="100000"/>
              <a:buNone/>
            </a:pPr>
            <a:r>
              <a:rPr lang="en-US" sz="4400" dirty="0">
                <a:latin typeface="+mn-lt"/>
              </a:rPr>
              <a:t>7. Basic Measurement Theory</a:t>
            </a:r>
            <a:endParaRPr sz="4400" dirty="0">
              <a:latin typeface="+mn-lt"/>
            </a:endParaRPr>
          </a:p>
          <a:p>
            <a:pPr marL="0" lvl="0" indent="0" algn="l" rtl="0">
              <a:lnSpc>
                <a:spcPct val="90000"/>
              </a:lnSpc>
              <a:spcBef>
                <a:spcPts val="1000"/>
              </a:spcBef>
              <a:spcAft>
                <a:spcPts val="0"/>
              </a:spcAft>
              <a:buClr>
                <a:schemeClr val="dk1"/>
              </a:buClr>
              <a:buSzPct val="100000"/>
              <a:buNone/>
            </a:pPr>
            <a:r>
              <a:rPr lang="en-US" sz="4400" dirty="0">
                <a:latin typeface="+mn-lt"/>
              </a:rPr>
              <a:t>8. Sensors and Transducers</a:t>
            </a:r>
            <a:endParaRPr sz="4400" dirty="0">
              <a:latin typeface="+mn-lt"/>
            </a:endParaRPr>
          </a:p>
          <a:p>
            <a:pPr marL="0" lvl="0" indent="0" algn="l" rtl="0">
              <a:lnSpc>
                <a:spcPct val="90000"/>
              </a:lnSpc>
              <a:spcBef>
                <a:spcPts val="1000"/>
              </a:spcBef>
              <a:spcAft>
                <a:spcPts val="0"/>
              </a:spcAft>
              <a:buClr>
                <a:schemeClr val="dk1"/>
              </a:buClr>
              <a:buSzPct val="100000"/>
              <a:buNone/>
            </a:pPr>
            <a:r>
              <a:rPr lang="en-US" sz="4400" dirty="0">
                <a:latin typeface="+mn-lt"/>
              </a:rPr>
              <a:t>9. Other Types of Sensors and 	Transducers </a:t>
            </a:r>
            <a:endParaRPr sz="4400" dirty="0">
              <a:latin typeface="+mn-lt"/>
            </a:endParaRPr>
          </a:p>
          <a:p>
            <a:pPr marL="0" lvl="0" indent="0" algn="l" rtl="0">
              <a:lnSpc>
                <a:spcPct val="90000"/>
              </a:lnSpc>
              <a:spcBef>
                <a:spcPts val="1000"/>
              </a:spcBef>
              <a:spcAft>
                <a:spcPts val="1600"/>
              </a:spcAft>
              <a:buClr>
                <a:schemeClr val="dk1"/>
              </a:buClr>
              <a:buSzPct val="100000"/>
              <a:buNone/>
            </a:pPr>
            <a:r>
              <a:rPr lang="en-US" sz="4400" dirty="0">
                <a:latin typeface="+mn-lt"/>
              </a:rPr>
              <a:t>10. Basic Control Devices</a:t>
            </a:r>
            <a:endParaRPr sz="4400" dirty="0">
              <a:latin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152b938d009_0_1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just" rtl="0">
              <a:lnSpc>
                <a:spcPct val="100000"/>
              </a:lnSpc>
              <a:spcBef>
                <a:spcPts val="0"/>
              </a:spcBef>
              <a:spcAft>
                <a:spcPts val="0"/>
              </a:spcAft>
              <a:buNone/>
            </a:pPr>
            <a:r>
              <a:rPr lang="en-PH" sz="5400" dirty="0">
                <a:latin typeface="+mj-lt"/>
                <a:sym typeface="Arial"/>
              </a:rPr>
              <a:t>Course Requirements</a:t>
            </a:r>
            <a:endParaRPr sz="5400" dirty="0">
              <a:latin typeface="+mj-lt"/>
            </a:endParaRPr>
          </a:p>
        </p:txBody>
      </p:sp>
      <p:sp>
        <p:nvSpPr>
          <p:cNvPr id="109" name="Google Shape;109;g152b938d009_0_1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Autofit/>
          </a:bodyPr>
          <a:lstStyle/>
          <a:p>
            <a:pPr lvl="0" indent="0" algn="just">
              <a:lnSpc>
                <a:spcPct val="100000"/>
              </a:lnSpc>
              <a:spcBef>
                <a:spcPts val="0"/>
              </a:spcBef>
              <a:buNone/>
            </a:pPr>
            <a:r>
              <a:rPr lang="en-PH" sz="4400" dirty="0">
                <a:solidFill>
                  <a:schemeClr val="bg2"/>
                </a:solidFill>
                <a:latin typeface="Arial"/>
                <a:ea typeface="Arial"/>
                <a:cs typeface="Arial"/>
                <a:sym typeface="Arial"/>
              </a:rPr>
              <a:t>Exams							40%</a:t>
            </a:r>
            <a:endParaRPr sz="4400" dirty="0">
              <a:solidFill>
                <a:schemeClr val="bg2"/>
              </a:solidFill>
              <a:latin typeface="Arial"/>
              <a:ea typeface="Arial"/>
              <a:cs typeface="Arial"/>
              <a:sym typeface="Arial"/>
            </a:endParaRPr>
          </a:p>
          <a:p>
            <a:pPr lvl="0" indent="0" algn="just">
              <a:lnSpc>
                <a:spcPct val="100000"/>
              </a:lnSpc>
              <a:spcBef>
                <a:spcPts val="0"/>
              </a:spcBef>
              <a:buNone/>
            </a:pPr>
            <a:r>
              <a:rPr lang="en-PH" sz="4400" dirty="0">
                <a:solidFill>
                  <a:schemeClr val="bg2"/>
                </a:solidFill>
                <a:latin typeface="Arial"/>
                <a:ea typeface="Arial"/>
                <a:cs typeface="Arial"/>
                <a:sym typeface="Arial"/>
              </a:rPr>
              <a:t>Performance					30%</a:t>
            </a:r>
            <a:endParaRPr sz="4400" dirty="0">
              <a:solidFill>
                <a:schemeClr val="bg2"/>
              </a:solidFill>
              <a:latin typeface="Arial"/>
              <a:ea typeface="Arial"/>
              <a:cs typeface="Arial"/>
              <a:sym typeface="Arial"/>
            </a:endParaRPr>
          </a:p>
          <a:p>
            <a:pPr lvl="0" indent="0" algn="just">
              <a:lnSpc>
                <a:spcPct val="100000"/>
              </a:lnSpc>
              <a:spcBef>
                <a:spcPts val="0"/>
              </a:spcBef>
              <a:buNone/>
            </a:pPr>
            <a:r>
              <a:rPr lang="en-PH" sz="4400" dirty="0">
                <a:solidFill>
                  <a:schemeClr val="bg2"/>
                </a:solidFill>
                <a:latin typeface="Arial"/>
                <a:ea typeface="Arial"/>
                <a:cs typeface="Arial"/>
                <a:sym typeface="Arial"/>
              </a:rPr>
              <a:t>Quizzes							15%</a:t>
            </a:r>
            <a:endParaRPr sz="4400" dirty="0">
              <a:solidFill>
                <a:schemeClr val="bg2"/>
              </a:solidFill>
              <a:latin typeface="Arial"/>
              <a:ea typeface="Arial"/>
              <a:cs typeface="Arial"/>
              <a:sym typeface="Arial"/>
            </a:endParaRPr>
          </a:p>
          <a:p>
            <a:pPr lvl="0" indent="0" algn="just">
              <a:lnSpc>
                <a:spcPct val="100000"/>
              </a:lnSpc>
              <a:spcBef>
                <a:spcPts val="0"/>
              </a:spcBef>
              <a:buNone/>
            </a:pPr>
            <a:r>
              <a:rPr lang="en-PH" sz="4400">
                <a:solidFill>
                  <a:schemeClr val="bg2"/>
                </a:solidFill>
                <a:latin typeface="Arial"/>
                <a:ea typeface="Arial"/>
                <a:cs typeface="Arial"/>
                <a:sym typeface="Arial"/>
              </a:rPr>
              <a:t>Recitation</a:t>
            </a:r>
            <a:r>
              <a:rPr lang="en-PH" sz="4400" dirty="0">
                <a:solidFill>
                  <a:schemeClr val="bg2"/>
                </a:solidFill>
                <a:latin typeface="Arial"/>
                <a:ea typeface="Arial"/>
                <a:cs typeface="Arial"/>
                <a:sym typeface="Arial"/>
              </a:rPr>
              <a:t>		</a:t>
            </a:r>
            <a:r>
              <a:rPr lang="en-PH" sz="4400">
                <a:solidFill>
                  <a:schemeClr val="bg2"/>
                </a:solidFill>
                <a:latin typeface="Arial"/>
                <a:ea typeface="Arial"/>
                <a:cs typeface="Arial"/>
                <a:sym typeface="Arial"/>
              </a:rPr>
              <a:t>				</a:t>
            </a:r>
            <a:r>
              <a:rPr lang="en-PH" sz="4400" u="sng">
                <a:solidFill>
                  <a:schemeClr val="bg2"/>
                </a:solidFill>
                <a:latin typeface="Arial"/>
                <a:ea typeface="Arial"/>
                <a:cs typeface="Arial"/>
                <a:sym typeface="Arial"/>
              </a:rPr>
              <a:t>15</a:t>
            </a:r>
            <a:r>
              <a:rPr lang="en-PH" sz="4400" u="sng" dirty="0">
                <a:solidFill>
                  <a:schemeClr val="bg2"/>
                </a:solidFill>
                <a:latin typeface="Arial"/>
                <a:ea typeface="Arial"/>
                <a:cs typeface="Arial"/>
                <a:sym typeface="Arial"/>
              </a:rPr>
              <a:t>%</a:t>
            </a:r>
            <a:endParaRPr sz="4400" u="sng" dirty="0">
              <a:solidFill>
                <a:schemeClr val="bg2"/>
              </a:solidFill>
              <a:latin typeface="Arial"/>
              <a:ea typeface="Arial"/>
              <a:cs typeface="Arial"/>
              <a:sym typeface="Arial"/>
            </a:endParaRPr>
          </a:p>
          <a:p>
            <a:pPr marL="0" lvl="0" indent="228600" algn="just" rtl="0">
              <a:lnSpc>
                <a:spcPct val="100000"/>
              </a:lnSpc>
              <a:spcBef>
                <a:spcPts val="0"/>
              </a:spcBef>
              <a:spcAft>
                <a:spcPts val="0"/>
              </a:spcAft>
              <a:buNone/>
            </a:pPr>
            <a:r>
              <a:rPr lang="en-PH" sz="4400" dirty="0">
                <a:solidFill>
                  <a:schemeClr val="bg2"/>
                </a:solidFill>
                <a:latin typeface="Arial"/>
                <a:ea typeface="Arial"/>
                <a:cs typeface="Arial"/>
                <a:sym typeface="Arial"/>
              </a:rPr>
              <a:t>	Total					    		100%</a:t>
            </a:r>
            <a:endParaRPr sz="4400" dirty="0">
              <a:solidFill>
                <a:schemeClr val="bg2"/>
              </a:solidFill>
            </a:endParaRPr>
          </a:p>
        </p:txBody>
      </p:sp>
    </p:spTree>
    <p:extLst>
      <p:ext uri="{BB962C8B-B14F-4D97-AF65-F5344CB8AC3E}">
        <p14:creationId xmlns:p14="http://schemas.microsoft.com/office/powerpoint/2010/main" val="1753505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152b938d009_0_2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just" rtl="0">
              <a:lnSpc>
                <a:spcPct val="100000"/>
              </a:lnSpc>
              <a:spcBef>
                <a:spcPts val="0"/>
              </a:spcBef>
              <a:spcAft>
                <a:spcPts val="0"/>
              </a:spcAft>
              <a:buNone/>
            </a:pPr>
            <a:r>
              <a:rPr lang="en-PH" sz="5400" dirty="0">
                <a:latin typeface="+mj-lt"/>
                <a:sym typeface="Arial"/>
              </a:rPr>
              <a:t>GRADING SYSTEM</a:t>
            </a:r>
            <a:endParaRPr sz="5400" dirty="0">
              <a:latin typeface="+mj-lt"/>
              <a:sym typeface="Arial"/>
            </a:endParaRPr>
          </a:p>
        </p:txBody>
      </p:sp>
      <p:sp>
        <p:nvSpPr>
          <p:cNvPr id="115" name="Google Shape;115;g152b938d009_0_2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Autofit/>
          </a:bodyPr>
          <a:lstStyle/>
          <a:p>
            <a:pPr marL="0" lvl="0" indent="0" algn="just" rtl="0">
              <a:lnSpc>
                <a:spcPct val="100000"/>
              </a:lnSpc>
              <a:spcBef>
                <a:spcPts val="0"/>
              </a:spcBef>
              <a:spcAft>
                <a:spcPts val="0"/>
              </a:spcAft>
              <a:buNone/>
            </a:pPr>
            <a:r>
              <a:rPr lang="en-PH" sz="4800" dirty="0">
                <a:latin typeface="Arial"/>
                <a:ea typeface="Arial"/>
                <a:cs typeface="Arial"/>
                <a:sym typeface="Arial"/>
              </a:rPr>
              <a:t>Passing weighted average of 60%.</a:t>
            </a:r>
            <a:endParaRPr sz="4800" dirty="0">
              <a:latin typeface="Arial"/>
              <a:ea typeface="Arial"/>
              <a:cs typeface="Arial"/>
              <a:sym typeface="Arial"/>
            </a:endParaRPr>
          </a:p>
        </p:txBody>
      </p:sp>
    </p:spTree>
    <p:extLst>
      <p:ext uri="{BB962C8B-B14F-4D97-AF65-F5344CB8AC3E}">
        <p14:creationId xmlns:p14="http://schemas.microsoft.com/office/powerpoint/2010/main" val="3129760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g152b938d009_0_5"/>
          <p:cNvSpPr txBox="1">
            <a:spLocks noGrp="1"/>
          </p:cNvSpPr>
          <p:nvPr>
            <p:ph type="title"/>
          </p:nvPr>
        </p:nvSpPr>
        <p:spPr>
          <a:xfrm>
            <a:off x="516835" y="312117"/>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PH" sz="5400" dirty="0">
                <a:latin typeface="+mj-lt"/>
                <a:sym typeface="Roboto"/>
              </a:rPr>
              <a:t>Textbooks and References</a:t>
            </a:r>
            <a:endParaRPr sz="5400" dirty="0">
              <a:latin typeface="+mj-lt"/>
              <a:sym typeface="Lato"/>
            </a:endParaRPr>
          </a:p>
        </p:txBody>
      </p:sp>
      <p:sp>
        <p:nvSpPr>
          <p:cNvPr id="103" name="Google Shape;103;g152b938d009_0_5"/>
          <p:cNvSpPr txBox="1">
            <a:spLocks noGrp="1"/>
          </p:cNvSpPr>
          <p:nvPr>
            <p:ph type="body" idx="1"/>
          </p:nvPr>
        </p:nvSpPr>
        <p:spPr>
          <a:xfrm>
            <a:off x="384313" y="1825625"/>
            <a:ext cx="11516139" cy="4351200"/>
          </a:xfrm>
          <a:prstGeom prst="rect">
            <a:avLst/>
          </a:prstGeom>
        </p:spPr>
        <p:txBody>
          <a:bodyPr spcFirstLastPara="1" wrap="square" lIns="91425" tIns="45700" rIns="91425" bIns="45700" anchor="t" anchorCtr="0">
            <a:noAutofit/>
          </a:bodyPr>
          <a:lstStyle/>
          <a:p>
            <a:pPr marL="0" indent="0">
              <a:buNone/>
            </a:pPr>
            <a:r>
              <a:rPr lang="en-US" sz="4400" dirty="0">
                <a:latin typeface="Arial"/>
                <a:ea typeface="Arial"/>
                <a:cs typeface="Arial"/>
              </a:rPr>
              <a:t>Electronic Devices and Circuit Theory, </a:t>
            </a:r>
            <a:r>
              <a:rPr lang="en-US" sz="4400" dirty="0" err="1">
                <a:latin typeface="Arial"/>
                <a:ea typeface="Arial"/>
                <a:cs typeface="Arial"/>
              </a:rPr>
              <a:t>Boylestad</a:t>
            </a:r>
            <a:r>
              <a:rPr lang="en-US" sz="4400" dirty="0">
                <a:latin typeface="Arial"/>
                <a:ea typeface="Arial"/>
                <a:cs typeface="Arial"/>
              </a:rPr>
              <a:t> and </a:t>
            </a:r>
            <a:r>
              <a:rPr lang="en-US" sz="4400" dirty="0" err="1">
                <a:latin typeface="Arial"/>
                <a:ea typeface="Arial"/>
                <a:cs typeface="Arial"/>
              </a:rPr>
              <a:t>Nashelsky</a:t>
            </a:r>
            <a:r>
              <a:rPr lang="en-US" sz="4400" dirty="0">
                <a:latin typeface="Arial"/>
                <a:ea typeface="Arial"/>
                <a:cs typeface="Arial"/>
              </a:rPr>
              <a:t>, 12th </a:t>
            </a:r>
            <a:r>
              <a:rPr lang="en-US" sz="4400" dirty="0" err="1">
                <a:latin typeface="Arial"/>
                <a:ea typeface="Arial"/>
                <a:cs typeface="Arial"/>
              </a:rPr>
              <a:t>ed</a:t>
            </a:r>
            <a:r>
              <a:rPr lang="en-US" sz="4400" dirty="0">
                <a:latin typeface="Arial"/>
                <a:ea typeface="Arial"/>
                <a:cs typeface="Arial"/>
              </a:rPr>
              <a:t>, 2013</a:t>
            </a:r>
          </a:p>
          <a:p>
            <a:pPr marL="0" indent="0">
              <a:buNone/>
            </a:pPr>
            <a:endParaRPr lang="en-PH" sz="4400" dirty="0">
              <a:latin typeface="Arial"/>
              <a:ea typeface="Arial"/>
              <a:cs typeface="Arial"/>
            </a:endParaRPr>
          </a:p>
          <a:p>
            <a:pPr marL="0" indent="0">
              <a:buNone/>
            </a:pPr>
            <a:r>
              <a:rPr lang="en-PH" sz="4400" dirty="0">
                <a:latin typeface="Arial"/>
                <a:ea typeface="Arial"/>
                <a:cs typeface="Arial"/>
              </a:rPr>
              <a:t>Electronic Devices, Floyd, 9th </a:t>
            </a:r>
            <a:r>
              <a:rPr lang="en-PH" sz="4400" dirty="0" err="1">
                <a:latin typeface="Arial"/>
                <a:ea typeface="Arial"/>
                <a:cs typeface="Arial"/>
              </a:rPr>
              <a:t>ed</a:t>
            </a:r>
            <a:r>
              <a:rPr lang="en-PH" sz="4400" dirty="0">
                <a:latin typeface="Arial"/>
                <a:ea typeface="Arial"/>
                <a:cs typeface="Arial"/>
              </a:rPr>
              <a:t>, 2012</a:t>
            </a:r>
          </a:p>
          <a:p>
            <a:pPr marL="0" indent="0">
              <a:buNone/>
            </a:pPr>
            <a:r>
              <a:rPr lang="en-PH" sz="4400" dirty="0">
                <a:latin typeface="Arial"/>
                <a:ea typeface="Arial"/>
                <a:cs typeface="Arial"/>
              </a:rPr>
              <a:t>Basic Electronics, Gupta, 2017</a:t>
            </a:r>
          </a:p>
          <a:p>
            <a:pPr marL="0" indent="0">
              <a:buNone/>
            </a:pPr>
            <a:r>
              <a:rPr lang="en-PH" sz="4400" dirty="0" err="1">
                <a:latin typeface="Arial"/>
                <a:ea typeface="Arial"/>
                <a:cs typeface="Arial"/>
              </a:rPr>
              <a:t>Grob’s</a:t>
            </a:r>
            <a:r>
              <a:rPr lang="en-PH" sz="4400" dirty="0">
                <a:latin typeface="Arial"/>
                <a:ea typeface="Arial"/>
                <a:cs typeface="Arial"/>
              </a:rPr>
              <a:t> Basic Electronics, Shultz, 12th </a:t>
            </a:r>
            <a:r>
              <a:rPr lang="en-PH" sz="4400" dirty="0" err="1">
                <a:latin typeface="Arial"/>
                <a:ea typeface="Arial"/>
                <a:cs typeface="Arial"/>
              </a:rPr>
              <a:t>ed</a:t>
            </a:r>
            <a:r>
              <a:rPr lang="en-PH" sz="4400" dirty="0">
                <a:latin typeface="Arial"/>
                <a:ea typeface="Arial"/>
                <a:cs typeface="Arial"/>
              </a:rPr>
              <a:t>, 2011</a:t>
            </a:r>
          </a:p>
        </p:txBody>
      </p:sp>
    </p:spTree>
    <p:extLst>
      <p:ext uri="{BB962C8B-B14F-4D97-AF65-F5344CB8AC3E}">
        <p14:creationId xmlns:p14="http://schemas.microsoft.com/office/powerpoint/2010/main" val="1685786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6"/>
          <p:cNvSpPr txBox="1">
            <a:spLocks noGrp="1"/>
          </p:cNvSpPr>
          <p:nvPr>
            <p:ph type="title"/>
          </p:nvPr>
        </p:nvSpPr>
        <p:spPr>
          <a:xfrm>
            <a:off x="925009" y="33862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dirty="0">
                <a:latin typeface="+mj-lt"/>
              </a:rPr>
              <a:t>Basic Electronics Symbols</a:t>
            </a:r>
            <a:endParaRPr sz="5400" dirty="0">
              <a:latin typeface="+mj-lt"/>
            </a:endParaRPr>
          </a:p>
        </p:txBody>
      </p:sp>
      <p:pic>
        <p:nvPicPr>
          <p:cNvPr id="109" name="Google Shape;109;p6"/>
          <p:cNvPicPr preferRelativeResize="0"/>
          <p:nvPr/>
        </p:nvPicPr>
        <p:blipFill rotWithShape="1">
          <a:blip r:embed="rId3">
            <a:alphaModFix/>
          </a:blip>
          <a:srcRect b="54218"/>
          <a:stretch/>
        </p:blipFill>
        <p:spPr>
          <a:xfrm>
            <a:off x="838200" y="1537906"/>
            <a:ext cx="6095377" cy="4156838"/>
          </a:xfrm>
          <a:prstGeom prst="rect">
            <a:avLst/>
          </a:prstGeom>
          <a:noFill/>
          <a:ln>
            <a:noFill/>
          </a:ln>
        </p:spPr>
      </p:pic>
      <p:pic>
        <p:nvPicPr>
          <p:cNvPr id="110" name="Google Shape;110;p6"/>
          <p:cNvPicPr preferRelativeResize="0">
            <a:picLocks noGrp="1"/>
          </p:cNvPicPr>
          <p:nvPr>
            <p:ph type="body" idx="1"/>
          </p:nvPr>
        </p:nvPicPr>
        <p:blipFill rotWithShape="1">
          <a:blip r:embed="rId4">
            <a:alphaModFix/>
          </a:blip>
          <a:srcRect/>
          <a:stretch/>
        </p:blipFill>
        <p:spPr>
          <a:xfrm>
            <a:off x="6412716" y="1537905"/>
            <a:ext cx="5104093" cy="417060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dirty="0">
                <a:latin typeface="+mj-lt"/>
              </a:rPr>
              <a:t>Basic Electronic Circuit</a:t>
            </a:r>
            <a:endParaRPr sz="5400" dirty="0">
              <a:latin typeface="+mj-lt"/>
            </a:endParaRPr>
          </a:p>
        </p:txBody>
      </p:sp>
      <p:pic>
        <p:nvPicPr>
          <p:cNvPr id="116" name="Google Shape;116;p7"/>
          <p:cNvPicPr preferRelativeResize="0"/>
          <p:nvPr/>
        </p:nvPicPr>
        <p:blipFill rotWithShape="1">
          <a:blip r:embed="rId3">
            <a:alphaModFix/>
          </a:blip>
          <a:srcRect/>
          <a:stretch/>
        </p:blipFill>
        <p:spPr>
          <a:xfrm>
            <a:off x="2338595" y="1358364"/>
            <a:ext cx="6747532" cy="52038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8"/>
          <p:cNvSpPr txBox="1">
            <a:spLocks noGrp="1"/>
          </p:cNvSpPr>
          <p:nvPr>
            <p:ph type="title"/>
          </p:nvPr>
        </p:nvSpPr>
        <p:spPr>
          <a:xfrm>
            <a:off x="1156252" y="206099"/>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dirty="0">
                <a:latin typeface="+mj-lt"/>
              </a:rPr>
              <a:t>Basic Electronic Circuit</a:t>
            </a:r>
            <a:endParaRPr sz="5400" dirty="0">
              <a:latin typeface="+mj-lt"/>
            </a:endParaRPr>
          </a:p>
        </p:txBody>
      </p:sp>
      <p:pic>
        <p:nvPicPr>
          <p:cNvPr id="122" name="Google Shape;122;p8"/>
          <p:cNvPicPr preferRelativeResize="0">
            <a:picLocks noGrp="1"/>
          </p:cNvPicPr>
          <p:nvPr>
            <p:ph type="body" idx="1"/>
          </p:nvPr>
        </p:nvPicPr>
        <p:blipFill rotWithShape="1">
          <a:blip r:embed="rId3">
            <a:alphaModFix/>
          </a:blip>
          <a:srcRect/>
          <a:stretch/>
        </p:blipFill>
        <p:spPr>
          <a:xfrm>
            <a:off x="2935198" y="1433689"/>
            <a:ext cx="6321603" cy="487874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dirty="0">
                <a:latin typeface="+mj-lt"/>
              </a:rPr>
              <a:t>Series and Parallel Resistors</a:t>
            </a:r>
            <a:endParaRPr sz="5400" dirty="0">
              <a:latin typeface="+mj-lt"/>
            </a:endParaRPr>
          </a:p>
        </p:txBody>
      </p:sp>
      <p:pic>
        <p:nvPicPr>
          <p:cNvPr id="128" name="Google Shape;128;p9"/>
          <p:cNvPicPr preferRelativeResize="0">
            <a:picLocks noGrp="1"/>
          </p:cNvPicPr>
          <p:nvPr>
            <p:ph type="body" idx="1"/>
          </p:nvPr>
        </p:nvPicPr>
        <p:blipFill rotWithShape="1">
          <a:blip r:embed="rId3">
            <a:alphaModFix/>
          </a:blip>
          <a:srcRect/>
          <a:stretch/>
        </p:blipFill>
        <p:spPr>
          <a:xfrm>
            <a:off x="528933" y="2825199"/>
            <a:ext cx="5276793" cy="1934824"/>
          </a:xfrm>
          <a:prstGeom prst="rect">
            <a:avLst/>
          </a:prstGeom>
          <a:noFill/>
          <a:ln>
            <a:noFill/>
          </a:ln>
        </p:spPr>
      </p:pic>
      <p:pic>
        <p:nvPicPr>
          <p:cNvPr id="129" name="Google Shape;129;p9"/>
          <p:cNvPicPr preferRelativeResize="0"/>
          <p:nvPr/>
        </p:nvPicPr>
        <p:blipFill rotWithShape="1">
          <a:blip r:embed="rId4">
            <a:alphaModFix/>
          </a:blip>
          <a:srcRect r="1858" b="997"/>
          <a:stretch/>
        </p:blipFill>
        <p:spPr>
          <a:xfrm>
            <a:off x="5903933" y="2123506"/>
            <a:ext cx="5449867" cy="333821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10"/>
          <p:cNvPicPr preferRelativeResize="0">
            <a:picLocks noGrp="1"/>
          </p:cNvPicPr>
          <p:nvPr>
            <p:ph type="body" idx="1"/>
          </p:nvPr>
        </p:nvPicPr>
        <p:blipFill rotWithShape="1">
          <a:blip r:embed="rId3">
            <a:alphaModFix/>
          </a:blip>
          <a:srcRect t="7505"/>
          <a:stretch/>
        </p:blipFill>
        <p:spPr>
          <a:xfrm>
            <a:off x="1624372" y="1215342"/>
            <a:ext cx="8943256" cy="5225728"/>
          </a:xfrm>
          <a:prstGeom prst="rect">
            <a:avLst/>
          </a:prstGeom>
          <a:noFill/>
          <a:ln>
            <a:noFill/>
          </a:ln>
        </p:spPr>
      </p:pic>
      <p:sp>
        <p:nvSpPr>
          <p:cNvPr id="135" name="Google Shape;135;p10"/>
          <p:cNvSpPr txBox="1">
            <a:spLocks noGrp="1"/>
          </p:cNvSpPr>
          <p:nvPr>
            <p:ph type="title"/>
          </p:nvPr>
        </p:nvSpPr>
        <p:spPr>
          <a:xfrm>
            <a:off x="662608" y="405048"/>
            <a:ext cx="11092069"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ct val="100000"/>
              <a:buFont typeface="Calibri"/>
              <a:buNone/>
            </a:pPr>
            <a:r>
              <a:rPr lang="en-US" sz="5400" dirty="0">
                <a:latin typeface="+mj-lt"/>
              </a:rPr>
              <a:t>Full Wave Bridge Rectifier </a:t>
            </a:r>
            <a:r>
              <a:rPr lang="en-US" sz="5400" dirty="0" err="1">
                <a:latin typeface="+mj-lt"/>
              </a:rPr>
              <a:t>Ckt</a:t>
            </a:r>
            <a:endParaRPr sz="5400" dirty="0">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1582c6ebd85_1_0"/>
          <p:cNvSpPr txBox="1">
            <a:spLocks noGrp="1"/>
          </p:cNvSpPr>
          <p:nvPr>
            <p:ph type="title"/>
          </p:nvPr>
        </p:nvSpPr>
        <p:spPr>
          <a:xfrm>
            <a:off x="516835" y="365125"/>
            <a:ext cx="11105322" cy="1325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5400" dirty="0">
                <a:latin typeface="+mj-lt"/>
              </a:rPr>
              <a:t>Common Emitter Fixed Bias </a:t>
            </a:r>
            <a:r>
              <a:rPr lang="en-US" sz="5400" dirty="0" err="1">
                <a:latin typeface="+mj-lt"/>
              </a:rPr>
              <a:t>Ckt</a:t>
            </a:r>
            <a:endParaRPr sz="5400" dirty="0">
              <a:latin typeface="+mj-lt"/>
            </a:endParaRPr>
          </a:p>
        </p:txBody>
      </p:sp>
      <p:sp>
        <p:nvSpPr>
          <p:cNvPr id="141" name="Google Shape;141;g1582c6ebd85_1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1600"/>
              </a:spcAft>
              <a:buNone/>
            </a:pPr>
            <a:endParaRPr dirty="0"/>
          </a:p>
        </p:txBody>
      </p:sp>
      <p:pic>
        <p:nvPicPr>
          <p:cNvPr id="142" name="Google Shape;142;g1582c6ebd85_1_0"/>
          <p:cNvPicPr preferRelativeResize="0"/>
          <p:nvPr/>
        </p:nvPicPr>
        <p:blipFill>
          <a:blip r:embed="rId3">
            <a:alphaModFix/>
          </a:blip>
          <a:stretch>
            <a:fillRect/>
          </a:stretch>
        </p:blipFill>
        <p:spPr>
          <a:xfrm>
            <a:off x="3483788" y="1484243"/>
            <a:ext cx="5249395" cy="486354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1"/>
          <p:cNvSpPr txBox="1">
            <a:spLocks noGrp="1"/>
          </p:cNvSpPr>
          <p:nvPr>
            <p:ph type="title"/>
          </p:nvPr>
        </p:nvSpPr>
        <p:spPr>
          <a:xfrm>
            <a:off x="665921" y="431386"/>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dirty="0">
                <a:latin typeface="+mj-lt"/>
              </a:rPr>
              <a:t>INTRODUCTION</a:t>
            </a:r>
            <a:endParaRPr sz="5400" dirty="0">
              <a:latin typeface="+mj-lt"/>
            </a:endParaRPr>
          </a:p>
        </p:txBody>
      </p:sp>
      <p:sp>
        <p:nvSpPr>
          <p:cNvPr id="148" name="Google Shape;148;p11"/>
          <p:cNvSpPr txBox="1">
            <a:spLocks noGrp="1"/>
          </p:cNvSpPr>
          <p:nvPr>
            <p:ph type="body" idx="1"/>
          </p:nvPr>
        </p:nvSpPr>
        <p:spPr>
          <a:xfrm>
            <a:off x="838200" y="1377244"/>
            <a:ext cx="10515600" cy="4799719"/>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1600"/>
              </a:spcAft>
              <a:buClr>
                <a:schemeClr val="dk1"/>
              </a:buClr>
              <a:buSzPct val="100000"/>
              <a:buNone/>
            </a:pPr>
            <a:r>
              <a:rPr lang="en-US" sz="4000" dirty="0">
                <a:latin typeface="+mn-lt"/>
              </a:rPr>
              <a:t>An </a:t>
            </a:r>
            <a:r>
              <a:rPr lang="en-US" sz="4000" i="1" dirty="0">
                <a:solidFill>
                  <a:srgbClr val="0000FF"/>
                </a:solidFill>
                <a:latin typeface="+mn-lt"/>
              </a:rPr>
              <a:t>operational amplifier</a:t>
            </a:r>
            <a:r>
              <a:rPr lang="en-US" sz="4000" i="1" dirty="0">
                <a:latin typeface="+mn-lt"/>
              </a:rPr>
              <a:t> </a:t>
            </a:r>
            <a:r>
              <a:rPr lang="en-US" sz="4000" dirty="0">
                <a:latin typeface="+mn-lt"/>
              </a:rPr>
              <a:t>or </a:t>
            </a:r>
            <a:r>
              <a:rPr lang="en-US" sz="4000" dirty="0">
                <a:solidFill>
                  <a:srgbClr val="0000FF"/>
                </a:solidFill>
                <a:latin typeface="+mn-lt"/>
              </a:rPr>
              <a:t>op-amp</a:t>
            </a:r>
            <a:r>
              <a:rPr lang="en-US" sz="4000" dirty="0">
                <a:latin typeface="+mn-lt"/>
              </a:rPr>
              <a:t>, is a very high gain differential amplifier with high input impedance and low output impedance. It is used to provide voltage amplitude changes (amplitude and polarity), oscillators, filter circuits and many type of instrumentation circuits. </a:t>
            </a:r>
            <a:r>
              <a:rPr lang="en-US" sz="1400" dirty="0">
                <a:latin typeface="+mn-lt"/>
              </a:rPr>
              <a:t>(</a:t>
            </a:r>
            <a:r>
              <a:rPr lang="en-US" sz="1400" dirty="0" err="1">
                <a:latin typeface="+mn-lt"/>
              </a:rPr>
              <a:t>Boylestad</a:t>
            </a:r>
            <a:r>
              <a:rPr lang="en-US" sz="1400" dirty="0">
                <a:latin typeface="+mn-lt"/>
              </a:rPr>
              <a:t> and </a:t>
            </a:r>
            <a:r>
              <a:rPr lang="en-US" sz="1400" dirty="0" err="1">
                <a:latin typeface="+mn-lt"/>
              </a:rPr>
              <a:t>Nashelsky</a:t>
            </a:r>
            <a:r>
              <a:rPr lang="en-US" sz="1400" dirty="0">
                <a:latin typeface="+mn-lt"/>
              </a:rPr>
              <a:t>)</a:t>
            </a:r>
            <a:endParaRPr sz="1400" dirty="0">
              <a:latin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1"/>
          <p:cNvSpPr txBox="1">
            <a:spLocks noGrp="1"/>
          </p:cNvSpPr>
          <p:nvPr>
            <p:ph type="title"/>
          </p:nvPr>
        </p:nvSpPr>
        <p:spPr>
          <a:xfrm>
            <a:off x="665921" y="431386"/>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dirty="0">
                <a:latin typeface="+mj-lt"/>
              </a:rPr>
              <a:t>INTRODUCTION</a:t>
            </a:r>
            <a:endParaRPr sz="5400" dirty="0">
              <a:latin typeface="+mj-lt"/>
            </a:endParaRPr>
          </a:p>
        </p:txBody>
      </p:sp>
      <p:sp>
        <p:nvSpPr>
          <p:cNvPr id="148" name="Google Shape;148;p11"/>
          <p:cNvSpPr txBox="1">
            <a:spLocks noGrp="1"/>
          </p:cNvSpPr>
          <p:nvPr>
            <p:ph type="body" idx="1"/>
          </p:nvPr>
        </p:nvSpPr>
        <p:spPr>
          <a:xfrm>
            <a:off x="838200" y="1377244"/>
            <a:ext cx="10515600" cy="4799719"/>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4800"/>
              <a:buNone/>
            </a:pPr>
            <a:r>
              <a:rPr lang="en-PH" sz="4000" dirty="0">
                <a:latin typeface="+mn-lt"/>
              </a:rPr>
              <a:t>An op-amp is basically a multistage, very high gain (typically 200 000), direct coupled, negative feedback amplifier that provides a stabilized voltage gain</a:t>
            </a:r>
            <a:r>
              <a:rPr lang="en-PH" sz="1400" dirty="0">
                <a:latin typeface="+mn-lt"/>
              </a:rPr>
              <a:t>. (Gupta)</a:t>
            </a:r>
            <a:endParaRPr lang="en-PH" sz="4000" dirty="0">
              <a:latin typeface="+mn-lt"/>
            </a:endParaRPr>
          </a:p>
          <a:p>
            <a:pPr marL="0" lvl="0" indent="0">
              <a:spcAft>
                <a:spcPts val="1600"/>
              </a:spcAft>
              <a:buSzPts val="4800"/>
              <a:buNone/>
            </a:pPr>
            <a:r>
              <a:rPr lang="en-PH" sz="4000" dirty="0">
                <a:latin typeface="+mn-lt"/>
              </a:rPr>
              <a:t>An op-amp contains a number of differential amplifier stages to achieve a very high voltage gain.</a:t>
            </a:r>
          </a:p>
        </p:txBody>
      </p:sp>
    </p:spTree>
    <p:extLst>
      <p:ext uri="{BB962C8B-B14F-4D97-AF65-F5344CB8AC3E}">
        <p14:creationId xmlns:p14="http://schemas.microsoft.com/office/powerpoint/2010/main" val="1628044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3"/>
          <p:cNvSpPr txBox="1">
            <a:spLocks noGrp="1"/>
          </p:cNvSpPr>
          <p:nvPr>
            <p:ph type="title"/>
          </p:nvPr>
        </p:nvSpPr>
        <p:spPr>
          <a:xfrm>
            <a:off x="788504"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US" sz="5400" dirty="0">
                <a:latin typeface="+mj-lt"/>
              </a:rPr>
              <a:t>OPERATIONAL AMPLIFIERS Characteristics</a:t>
            </a:r>
            <a:endParaRPr sz="5400" dirty="0">
              <a:latin typeface="+mj-lt"/>
            </a:endParaRPr>
          </a:p>
        </p:txBody>
      </p:sp>
      <p:sp>
        <p:nvSpPr>
          <p:cNvPr id="160" name="Google Shape;160;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4800"/>
              <a:buNone/>
            </a:pPr>
            <a:endParaRPr lang="en-US" sz="4400" dirty="0">
              <a:latin typeface="+mn-lt"/>
            </a:endParaRPr>
          </a:p>
          <a:p>
            <a:pPr marL="0" lvl="0" indent="0" algn="l" rtl="0">
              <a:lnSpc>
                <a:spcPct val="90000"/>
              </a:lnSpc>
              <a:spcBef>
                <a:spcPts val="0"/>
              </a:spcBef>
              <a:spcAft>
                <a:spcPts val="0"/>
              </a:spcAft>
              <a:buClr>
                <a:schemeClr val="dk1"/>
              </a:buClr>
              <a:buSzPts val="4800"/>
              <a:buNone/>
            </a:pPr>
            <a:r>
              <a:rPr lang="en-US" sz="4400" dirty="0">
                <a:latin typeface="+mn-lt"/>
              </a:rPr>
              <a:t>Very high gain differential amplifier</a:t>
            </a:r>
            <a:endParaRPr sz="4400" dirty="0">
              <a:latin typeface="+mn-lt"/>
            </a:endParaRPr>
          </a:p>
          <a:p>
            <a:pPr marL="0" lvl="0" indent="0" algn="l" rtl="0">
              <a:lnSpc>
                <a:spcPct val="90000"/>
              </a:lnSpc>
              <a:spcBef>
                <a:spcPts val="1000"/>
              </a:spcBef>
              <a:spcAft>
                <a:spcPts val="0"/>
              </a:spcAft>
              <a:buClr>
                <a:schemeClr val="dk1"/>
              </a:buClr>
              <a:buSzPts val="4800"/>
              <a:buNone/>
            </a:pPr>
            <a:r>
              <a:rPr lang="en-US" sz="4400" dirty="0">
                <a:latin typeface="+mn-lt"/>
              </a:rPr>
              <a:t>High input impedance (M-</a:t>
            </a:r>
            <a:r>
              <a:rPr lang="en-US" sz="4400" dirty="0">
                <a:latin typeface="+mn-lt"/>
                <a:sym typeface="Calibri"/>
              </a:rPr>
              <a:t>Ω</a:t>
            </a:r>
            <a:r>
              <a:rPr lang="en-US" sz="4400" dirty="0">
                <a:latin typeface="+mn-lt"/>
              </a:rPr>
              <a:t>)</a:t>
            </a:r>
            <a:endParaRPr sz="4400" dirty="0">
              <a:latin typeface="+mn-lt"/>
            </a:endParaRPr>
          </a:p>
          <a:p>
            <a:pPr marL="0" lvl="0" indent="0" algn="l" rtl="0">
              <a:lnSpc>
                <a:spcPct val="90000"/>
              </a:lnSpc>
              <a:spcBef>
                <a:spcPts val="1000"/>
              </a:spcBef>
              <a:spcAft>
                <a:spcPts val="1600"/>
              </a:spcAft>
              <a:buClr>
                <a:schemeClr val="dk1"/>
              </a:buClr>
              <a:buSzPts val="4800"/>
              <a:buNone/>
            </a:pPr>
            <a:r>
              <a:rPr lang="en-US" sz="4400" dirty="0">
                <a:latin typeface="+mn-lt"/>
              </a:rPr>
              <a:t>Low output impedance (&lt; 100 </a:t>
            </a:r>
            <a:r>
              <a:rPr lang="en-US" sz="4400" dirty="0">
                <a:latin typeface="+mn-lt"/>
                <a:sym typeface="Calibri"/>
              </a:rPr>
              <a:t>Ω</a:t>
            </a:r>
            <a:r>
              <a:rPr lang="en-US" sz="4400" dirty="0">
                <a:latin typeface="+mn-lt"/>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US" sz="5400" dirty="0">
                <a:latin typeface="+mj-lt"/>
              </a:rPr>
              <a:t>OP AMPS </a:t>
            </a:r>
            <a:br>
              <a:rPr lang="en-US" sz="5400" dirty="0">
                <a:latin typeface="+mj-lt"/>
              </a:rPr>
            </a:br>
            <a:r>
              <a:rPr lang="en-US" sz="5400" dirty="0">
                <a:latin typeface="+mj-lt"/>
              </a:rPr>
              <a:t>APPLICATIONS</a:t>
            </a:r>
            <a:endParaRPr sz="5400" dirty="0">
              <a:latin typeface="+mj-lt"/>
            </a:endParaRPr>
          </a:p>
        </p:txBody>
      </p:sp>
      <p:sp>
        <p:nvSpPr>
          <p:cNvPr id="166" name="Google Shape;166;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4800"/>
              <a:buNone/>
            </a:pPr>
            <a:endParaRPr lang="en-US" sz="4400" dirty="0">
              <a:latin typeface="+mn-lt"/>
            </a:endParaRPr>
          </a:p>
          <a:p>
            <a:pPr marL="0" lvl="0" indent="0" algn="l" rtl="0">
              <a:lnSpc>
                <a:spcPct val="90000"/>
              </a:lnSpc>
              <a:spcBef>
                <a:spcPts val="0"/>
              </a:spcBef>
              <a:spcAft>
                <a:spcPts val="0"/>
              </a:spcAft>
              <a:buClr>
                <a:schemeClr val="dk1"/>
              </a:buClr>
              <a:buSzPts val="4800"/>
              <a:buNone/>
            </a:pPr>
            <a:r>
              <a:rPr lang="en-US" sz="4400" dirty="0">
                <a:latin typeface="+mn-lt"/>
              </a:rPr>
              <a:t>Voltage amplitude and polarity changes</a:t>
            </a:r>
            <a:endParaRPr sz="4400" dirty="0">
              <a:latin typeface="+mn-lt"/>
            </a:endParaRPr>
          </a:p>
          <a:p>
            <a:pPr marL="0" lvl="0" indent="0" algn="l" rtl="0">
              <a:lnSpc>
                <a:spcPct val="90000"/>
              </a:lnSpc>
              <a:spcBef>
                <a:spcPts val="1000"/>
              </a:spcBef>
              <a:spcAft>
                <a:spcPts val="0"/>
              </a:spcAft>
              <a:buClr>
                <a:schemeClr val="dk1"/>
              </a:buClr>
              <a:buSzPts val="4800"/>
              <a:buNone/>
            </a:pPr>
            <a:r>
              <a:rPr lang="en-US" sz="4400" dirty="0">
                <a:latin typeface="+mn-lt"/>
              </a:rPr>
              <a:t>Oscillators</a:t>
            </a:r>
            <a:endParaRPr sz="4400" dirty="0">
              <a:latin typeface="+mn-lt"/>
            </a:endParaRPr>
          </a:p>
          <a:p>
            <a:pPr marL="0" lvl="0" indent="0" algn="l" rtl="0">
              <a:lnSpc>
                <a:spcPct val="90000"/>
              </a:lnSpc>
              <a:spcBef>
                <a:spcPts val="1000"/>
              </a:spcBef>
              <a:spcAft>
                <a:spcPts val="0"/>
              </a:spcAft>
              <a:buClr>
                <a:schemeClr val="dk1"/>
              </a:buClr>
              <a:buSzPts val="4800"/>
              <a:buNone/>
            </a:pPr>
            <a:r>
              <a:rPr lang="en-US" sz="4400" dirty="0">
                <a:latin typeface="+mn-lt"/>
              </a:rPr>
              <a:t>Filter Circuits</a:t>
            </a:r>
            <a:endParaRPr sz="4400" dirty="0">
              <a:latin typeface="+mn-lt"/>
            </a:endParaRPr>
          </a:p>
          <a:p>
            <a:pPr marL="0" lvl="0" indent="0" algn="l" rtl="0">
              <a:lnSpc>
                <a:spcPct val="90000"/>
              </a:lnSpc>
              <a:spcBef>
                <a:spcPts val="1000"/>
              </a:spcBef>
              <a:spcAft>
                <a:spcPts val="0"/>
              </a:spcAft>
              <a:buClr>
                <a:schemeClr val="dk1"/>
              </a:buClr>
              <a:buSzPts val="4800"/>
              <a:buNone/>
            </a:pPr>
            <a:r>
              <a:rPr lang="en-US" sz="4400" dirty="0">
                <a:latin typeface="+mn-lt"/>
              </a:rPr>
              <a:t>Instrumentation Circuits</a:t>
            </a:r>
            <a:endParaRPr sz="4400" dirty="0">
              <a:latin typeface="+mn-lt"/>
            </a:endParaRPr>
          </a:p>
          <a:p>
            <a:pPr marL="228600" lvl="0" indent="0" algn="l" rtl="0">
              <a:lnSpc>
                <a:spcPct val="90000"/>
              </a:lnSpc>
              <a:spcBef>
                <a:spcPts val="1000"/>
              </a:spcBef>
              <a:spcAft>
                <a:spcPts val="0"/>
              </a:spcAft>
              <a:buClr>
                <a:schemeClr val="dk1"/>
              </a:buClr>
              <a:buSzPts val="4800"/>
              <a:buNone/>
            </a:pPr>
            <a:endParaRPr sz="4800" dirty="0"/>
          </a:p>
          <a:p>
            <a:pPr marL="228600" lvl="0" indent="0" algn="l" rtl="0">
              <a:lnSpc>
                <a:spcPct val="90000"/>
              </a:lnSpc>
              <a:spcBef>
                <a:spcPts val="1000"/>
              </a:spcBef>
              <a:spcAft>
                <a:spcPts val="1600"/>
              </a:spcAft>
              <a:buClr>
                <a:schemeClr val="dk1"/>
              </a:buClr>
              <a:buSzPts val="4800"/>
              <a:buNone/>
            </a:pPr>
            <a:endParaRPr sz="4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152beb0614f_0_133"/>
          <p:cNvSpPr txBox="1">
            <a:spLocks noGrp="1"/>
          </p:cNvSpPr>
          <p:nvPr>
            <p:ph type="body" idx="1"/>
          </p:nvPr>
        </p:nvSpPr>
        <p:spPr>
          <a:xfrm>
            <a:off x="838200" y="410525"/>
            <a:ext cx="10515600" cy="5766300"/>
          </a:xfrm>
          <a:prstGeom prst="rect">
            <a:avLst/>
          </a:prstGeom>
        </p:spPr>
        <p:txBody>
          <a:bodyPr spcFirstLastPara="1" wrap="square" lIns="91425" tIns="45700" rIns="91425" bIns="45700" anchor="t" anchorCtr="0">
            <a:noAutofit/>
          </a:bodyPr>
          <a:lstStyle/>
          <a:p>
            <a:pPr marL="0" indent="0">
              <a:buClr>
                <a:schemeClr val="dk2"/>
              </a:buClr>
              <a:buSzPts val="1100"/>
              <a:buNone/>
            </a:pPr>
            <a:r>
              <a:rPr lang="en-US" sz="4400" dirty="0">
                <a:latin typeface="+mn-lt"/>
              </a:rPr>
              <a:t>Inputs:</a:t>
            </a:r>
            <a:endParaRPr sz="4400" dirty="0">
              <a:latin typeface="+mn-lt"/>
            </a:endParaRPr>
          </a:p>
          <a:p>
            <a:pPr marL="0" indent="0">
              <a:spcBef>
                <a:spcPts val="1600"/>
              </a:spcBef>
              <a:buClr>
                <a:schemeClr val="dk2"/>
              </a:buClr>
              <a:buSzPts val="1100"/>
              <a:buNone/>
            </a:pPr>
            <a:r>
              <a:rPr lang="en-US" sz="4400" dirty="0">
                <a:latin typeface="+mn-lt"/>
              </a:rPr>
              <a:t>	Single ended</a:t>
            </a:r>
            <a:endParaRPr sz="4400" dirty="0">
              <a:latin typeface="+mn-lt"/>
            </a:endParaRPr>
          </a:p>
          <a:p>
            <a:pPr marL="0" indent="0">
              <a:spcBef>
                <a:spcPts val="1600"/>
              </a:spcBef>
              <a:buNone/>
            </a:pPr>
            <a:r>
              <a:rPr lang="en-US" sz="4400" dirty="0">
                <a:latin typeface="+mn-lt"/>
              </a:rPr>
              <a:t>	Double ended</a:t>
            </a:r>
            <a:endParaRPr sz="4400" dirty="0">
              <a:latin typeface="+mn-lt"/>
            </a:endParaRPr>
          </a:p>
          <a:p>
            <a:pPr marL="0" indent="0">
              <a:spcBef>
                <a:spcPts val="1600"/>
              </a:spcBef>
              <a:buClr>
                <a:schemeClr val="dk2"/>
              </a:buClr>
              <a:buSzPts val="1100"/>
              <a:buNone/>
            </a:pPr>
            <a:endParaRPr sz="4400" dirty="0">
              <a:latin typeface="+mn-lt"/>
            </a:endParaRPr>
          </a:p>
          <a:p>
            <a:pPr marL="0" indent="0">
              <a:spcBef>
                <a:spcPts val="1600"/>
              </a:spcBef>
              <a:buClr>
                <a:schemeClr val="dk2"/>
              </a:buClr>
              <a:buSzPts val="1100"/>
              <a:buNone/>
            </a:pPr>
            <a:r>
              <a:rPr lang="en-US" sz="4400" dirty="0">
                <a:latin typeface="+mn-lt"/>
              </a:rPr>
              <a:t>Outputs:</a:t>
            </a:r>
            <a:endParaRPr sz="4400" dirty="0">
              <a:latin typeface="+mn-lt"/>
            </a:endParaRPr>
          </a:p>
          <a:p>
            <a:pPr marL="0" indent="0">
              <a:spcBef>
                <a:spcPts val="1600"/>
              </a:spcBef>
              <a:buClr>
                <a:schemeClr val="dk2"/>
              </a:buClr>
              <a:buSzPts val="1100"/>
              <a:buNone/>
            </a:pPr>
            <a:r>
              <a:rPr lang="en-US" sz="4400" dirty="0">
                <a:latin typeface="+mn-lt"/>
              </a:rPr>
              <a:t>	Single ended</a:t>
            </a:r>
            <a:endParaRPr sz="4400" dirty="0">
              <a:latin typeface="+mn-lt"/>
            </a:endParaRPr>
          </a:p>
          <a:p>
            <a:pPr marL="0" indent="0">
              <a:spcBef>
                <a:spcPts val="1600"/>
              </a:spcBef>
              <a:spcAft>
                <a:spcPts val="1600"/>
              </a:spcAft>
              <a:buNone/>
            </a:pPr>
            <a:r>
              <a:rPr lang="en-US" sz="4400" dirty="0">
                <a:latin typeface="+mn-lt"/>
              </a:rPr>
              <a:t>	Double ended</a:t>
            </a:r>
            <a:endParaRPr sz="4400" dirty="0">
              <a:latin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152beb0614f_0_139"/>
          <p:cNvSpPr txBox="1">
            <a:spLocks noGrp="1"/>
          </p:cNvSpPr>
          <p:nvPr>
            <p:ph type="body" idx="1"/>
          </p:nvPr>
        </p:nvSpPr>
        <p:spPr>
          <a:xfrm>
            <a:off x="824948" y="410525"/>
            <a:ext cx="10515600" cy="5766300"/>
          </a:xfrm>
          <a:prstGeom prst="rect">
            <a:avLst/>
          </a:prstGeom>
        </p:spPr>
        <p:txBody>
          <a:bodyPr spcFirstLastPara="1" wrap="square" lIns="91425" tIns="45700" rIns="91425" bIns="45700" anchor="t" anchorCtr="0">
            <a:noAutofit/>
          </a:bodyPr>
          <a:lstStyle/>
          <a:p>
            <a:pPr marL="0" lvl="0" indent="0">
              <a:spcBef>
                <a:spcPts val="1000"/>
              </a:spcBef>
              <a:spcAft>
                <a:spcPts val="0"/>
              </a:spcAft>
              <a:buNone/>
            </a:pPr>
            <a:r>
              <a:rPr lang="en-US" sz="4400" dirty="0">
                <a:latin typeface="+mn-lt"/>
              </a:rPr>
              <a:t>Modes of Operation:</a:t>
            </a:r>
            <a:endParaRPr sz="4400" dirty="0">
              <a:latin typeface="+mn-lt"/>
            </a:endParaRPr>
          </a:p>
          <a:p>
            <a:pPr marL="0" lvl="0" indent="0">
              <a:spcBef>
                <a:spcPts val="1600"/>
              </a:spcBef>
              <a:spcAft>
                <a:spcPts val="0"/>
              </a:spcAft>
              <a:buNone/>
            </a:pPr>
            <a:r>
              <a:rPr lang="en-US" sz="4400" dirty="0">
                <a:latin typeface="+mn-lt"/>
              </a:rPr>
              <a:t>	Common Mode</a:t>
            </a:r>
            <a:endParaRPr sz="4400" dirty="0">
              <a:latin typeface="+mn-lt"/>
            </a:endParaRPr>
          </a:p>
          <a:p>
            <a:pPr marL="0" lvl="0" indent="0">
              <a:spcBef>
                <a:spcPts val="1600"/>
              </a:spcBef>
              <a:spcAft>
                <a:spcPts val="0"/>
              </a:spcAft>
              <a:buNone/>
            </a:pPr>
            <a:r>
              <a:rPr lang="en-US" sz="4400" dirty="0">
                <a:latin typeface="+mn-lt"/>
              </a:rPr>
              <a:t>	Common Mode Rejection</a:t>
            </a:r>
            <a:endParaRPr sz="4400" dirty="0">
              <a:latin typeface="+mn-lt"/>
            </a:endParaRPr>
          </a:p>
          <a:p>
            <a:pPr marL="0" lvl="0" indent="0" algn="l" rtl="0">
              <a:spcBef>
                <a:spcPts val="1600"/>
              </a:spcBef>
              <a:spcAft>
                <a:spcPts val="1600"/>
              </a:spcAft>
              <a:buNone/>
            </a:pPr>
            <a:endParaRPr sz="4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g153466e9216_0_14"/>
          <p:cNvPicPr preferRelativeResize="0"/>
          <p:nvPr/>
        </p:nvPicPr>
        <p:blipFill>
          <a:blip r:embed="rId3">
            <a:alphaModFix/>
          </a:blip>
          <a:stretch>
            <a:fillRect/>
          </a:stretch>
        </p:blipFill>
        <p:spPr>
          <a:xfrm>
            <a:off x="2336923" y="1245705"/>
            <a:ext cx="7217894" cy="5433392"/>
          </a:xfrm>
          <a:prstGeom prst="rect">
            <a:avLst/>
          </a:prstGeom>
          <a:noFill/>
          <a:ln>
            <a:noFill/>
          </a:ln>
        </p:spPr>
      </p:pic>
      <p:sp>
        <p:nvSpPr>
          <p:cNvPr id="3" name="Google Shape;186;p15"/>
          <p:cNvSpPr txBox="1">
            <a:spLocks noGrp="1"/>
          </p:cNvSpPr>
          <p:nvPr>
            <p:ph type="title"/>
          </p:nvPr>
        </p:nvSpPr>
        <p:spPr>
          <a:xfrm>
            <a:off x="641687" y="23260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US" sz="4800" dirty="0">
                <a:latin typeface="+mj-lt"/>
              </a:rPr>
              <a:t>Op Amp equivalent circuit diagram</a:t>
            </a:r>
            <a:endParaRPr sz="4800" dirty="0">
              <a:latin typeface="+mj-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4" name="Google Shape;18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dirty="0">
                <a:latin typeface="+mj-lt"/>
              </a:rPr>
              <a:t>IC 741 Op Amp </a:t>
            </a:r>
            <a:endParaRPr sz="5400" dirty="0">
              <a:latin typeface="+mj-lt"/>
            </a:endParaRPr>
          </a:p>
        </p:txBody>
      </p:sp>
      <p:pic>
        <p:nvPicPr>
          <p:cNvPr id="3" name="Picture 2"/>
          <p:cNvPicPr>
            <a:picLocks noChangeAspect="1"/>
          </p:cNvPicPr>
          <p:nvPr/>
        </p:nvPicPr>
        <p:blipFill>
          <a:blip r:embed="rId3"/>
          <a:stretch>
            <a:fillRect/>
          </a:stretch>
        </p:blipFill>
        <p:spPr>
          <a:xfrm>
            <a:off x="1159413" y="1851542"/>
            <a:ext cx="2889124" cy="3212616"/>
          </a:xfrm>
          <a:prstGeom prst="rect">
            <a:avLst/>
          </a:prstGeom>
        </p:spPr>
      </p:pic>
      <p:sp>
        <p:nvSpPr>
          <p:cNvPr id="5" name="TextBox 4"/>
          <p:cNvSpPr txBox="1"/>
          <p:nvPr/>
        </p:nvSpPr>
        <p:spPr>
          <a:xfrm>
            <a:off x="1523922" y="5548086"/>
            <a:ext cx="2160105" cy="646331"/>
          </a:xfrm>
          <a:prstGeom prst="rect">
            <a:avLst/>
          </a:prstGeom>
          <a:noFill/>
        </p:spPr>
        <p:txBody>
          <a:bodyPr wrap="square" rtlCol="0">
            <a:spAutoFit/>
          </a:bodyPr>
          <a:lstStyle/>
          <a:p>
            <a:pPr algn="ctr"/>
            <a:r>
              <a:rPr lang="en-PH" sz="3600" dirty="0"/>
              <a:t>8 pin DIP</a:t>
            </a:r>
          </a:p>
        </p:txBody>
      </p:sp>
      <p:pic>
        <p:nvPicPr>
          <p:cNvPr id="6" name="Picture 5"/>
          <p:cNvPicPr>
            <a:picLocks noChangeAspect="1"/>
          </p:cNvPicPr>
          <p:nvPr/>
        </p:nvPicPr>
        <p:blipFill>
          <a:blip r:embed="rId4"/>
          <a:stretch>
            <a:fillRect/>
          </a:stretch>
        </p:blipFill>
        <p:spPr>
          <a:xfrm>
            <a:off x="4259447" y="1690688"/>
            <a:ext cx="7706736" cy="3738770"/>
          </a:xfrm>
          <a:prstGeom prst="rect">
            <a:avLst/>
          </a:prstGeom>
        </p:spPr>
      </p:pic>
      <p:pic>
        <p:nvPicPr>
          <p:cNvPr id="7" name="Picture 6"/>
          <p:cNvPicPr>
            <a:picLocks noChangeAspect="1"/>
          </p:cNvPicPr>
          <p:nvPr/>
        </p:nvPicPr>
        <p:blipFill>
          <a:blip r:embed="rId5"/>
          <a:stretch>
            <a:fillRect/>
          </a:stretch>
        </p:blipFill>
        <p:spPr>
          <a:xfrm>
            <a:off x="7560365" y="2423491"/>
            <a:ext cx="1104900" cy="381000"/>
          </a:xfrm>
          <a:prstGeom prst="rect">
            <a:avLst/>
          </a:prstGeom>
        </p:spPr>
      </p:pic>
      <p:pic>
        <p:nvPicPr>
          <p:cNvPr id="8" name="Picture 7"/>
          <p:cNvPicPr>
            <a:picLocks noChangeAspect="1"/>
          </p:cNvPicPr>
          <p:nvPr/>
        </p:nvPicPr>
        <p:blipFill>
          <a:blip r:embed="rId5"/>
          <a:stretch>
            <a:fillRect/>
          </a:stretch>
        </p:blipFill>
        <p:spPr>
          <a:xfrm>
            <a:off x="7007915" y="2423491"/>
            <a:ext cx="1104900" cy="381000"/>
          </a:xfrm>
          <a:prstGeom prst="rect">
            <a:avLst/>
          </a:prstGeom>
        </p:spPr>
      </p:pic>
      <p:sp>
        <p:nvSpPr>
          <p:cNvPr id="10" name="TextBox 9"/>
          <p:cNvSpPr txBox="1"/>
          <p:nvPr/>
        </p:nvSpPr>
        <p:spPr>
          <a:xfrm>
            <a:off x="6000200" y="5548087"/>
            <a:ext cx="3703426" cy="646331"/>
          </a:xfrm>
          <a:prstGeom prst="rect">
            <a:avLst/>
          </a:prstGeom>
          <a:noFill/>
        </p:spPr>
        <p:txBody>
          <a:bodyPr wrap="square" rtlCol="0">
            <a:spAutoFit/>
          </a:bodyPr>
          <a:lstStyle/>
          <a:p>
            <a:pPr algn="ctr"/>
            <a:r>
              <a:rPr lang="en-PH" sz="3600" dirty="0"/>
              <a:t> pin configuration</a:t>
            </a:r>
          </a:p>
        </p:txBody>
      </p:sp>
    </p:spTree>
    <p:extLst>
      <p:ext uri="{BB962C8B-B14F-4D97-AF65-F5344CB8AC3E}">
        <p14:creationId xmlns:p14="http://schemas.microsoft.com/office/powerpoint/2010/main" val="5419474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dirty="0">
                <a:latin typeface="+mj-lt"/>
              </a:rPr>
              <a:t>BASIC OP AMP SYMBOL</a:t>
            </a:r>
            <a:endParaRPr sz="5400" dirty="0">
              <a:latin typeface="+mj-lt"/>
            </a:endParaRPr>
          </a:p>
        </p:txBody>
      </p:sp>
      <p:pic>
        <p:nvPicPr>
          <p:cNvPr id="187" name="Google Shape;187;p15"/>
          <p:cNvPicPr preferRelativeResize="0">
            <a:picLocks noGrp="1"/>
          </p:cNvPicPr>
          <p:nvPr>
            <p:ph type="body" idx="1"/>
          </p:nvPr>
        </p:nvPicPr>
        <p:blipFill rotWithShape="1">
          <a:blip r:embed="rId3">
            <a:alphaModFix/>
          </a:blip>
          <a:srcRect/>
          <a:stretch/>
        </p:blipFill>
        <p:spPr>
          <a:xfrm>
            <a:off x="2427084" y="1835900"/>
            <a:ext cx="6980094" cy="357657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5400" dirty="0">
                <a:latin typeface="+mj-lt"/>
              </a:rPr>
              <a:t>BASIC OP AMP</a:t>
            </a:r>
            <a:endParaRPr sz="5400" dirty="0">
              <a:latin typeface="+mj-lt"/>
            </a:endParaRPr>
          </a:p>
        </p:txBody>
      </p:sp>
      <p:sp>
        <p:nvSpPr>
          <p:cNvPr id="193" name="Google Shape;193;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1600"/>
              </a:spcAft>
              <a:buClr>
                <a:schemeClr val="dk1"/>
              </a:buClr>
              <a:buSzPts val="4800"/>
              <a:buNone/>
            </a:pPr>
            <a:r>
              <a:rPr lang="en-US" sz="4400" dirty="0">
                <a:latin typeface="+mn-lt"/>
              </a:rPr>
              <a:t>A basic op-amp with two inputs and one output using a differential amplifier input stage. Each input results in either the same or an opposite polarity output,  depending on whether the signal is applied to the plus (+) or the minus (-) input.</a:t>
            </a:r>
            <a:endParaRPr sz="4400" dirty="0">
              <a:latin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5400" dirty="0">
                <a:latin typeface="+mj-lt"/>
              </a:rPr>
              <a:t>Single Ended Input</a:t>
            </a:r>
            <a:endParaRPr sz="5400" dirty="0">
              <a:latin typeface="+mj-lt"/>
            </a:endParaRPr>
          </a:p>
        </p:txBody>
      </p:sp>
      <p:pic>
        <p:nvPicPr>
          <p:cNvPr id="199" name="Google Shape;199;p17"/>
          <p:cNvPicPr preferRelativeResize="0">
            <a:picLocks noGrp="1"/>
          </p:cNvPicPr>
          <p:nvPr>
            <p:ph type="body" idx="1"/>
          </p:nvPr>
        </p:nvPicPr>
        <p:blipFill rotWithShape="1">
          <a:blip r:embed="rId3">
            <a:alphaModFix/>
          </a:blip>
          <a:srcRect/>
          <a:stretch/>
        </p:blipFill>
        <p:spPr>
          <a:xfrm>
            <a:off x="653004" y="1530834"/>
            <a:ext cx="5576494" cy="2798099"/>
          </a:xfrm>
          <a:prstGeom prst="rect">
            <a:avLst/>
          </a:prstGeom>
          <a:noFill/>
          <a:ln>
            <a:noFill/>
          </a:ln>
        </p:spPr>
      </p:pic>
      <p:pic>
        <p:nvPicPr>
          <p:cNvPr id="200" name="Google Shape;200;p17"/>
          <p:cNvPicPr preferRelativeResize="0"/>
          <p:nvPr/>
        </p:nvPicPr>
        <p:blipFill rotWithShape="1">
          <a:blip r:embed="rId4">
            <a:alphaModFix/>
          </a:blip>
          <a:srcRect/>
          <a:stretch/>
        </p:blipFill>
        <p:spPr>
          <a:xfrm>
            <a:off x="6229498" y="1454499"/>
            <a:ext cx="4453223" cy="2950768"/>
          </a:xfrm>
          <a:prstGeom prst="rect">
            <a:avLst/>
          </a:prstGeom>
          <a:noFill/>
          <a:ln>
            <a:noFill/>
          </a:ln>
        </p:spPr>
      </p:pic>
      <p:sp>
        <p:nvSpPr>
          <p:cNvPr id="201" name="Google Shape;201;p17"/>
          <p:cNvSpPr txBox="1"/>
          <p:nvPr/>
        </p:nvSpPr>
        <p:spPr>
          <a:xfrm>
            <a:off x="653004" y="4405267"/>
            <a:ext cx="10515600" cy="1907020"/>
          </a:xfrm>
          <a:prstGeom prst="rect">
            <a:avLst/>
          </a:prstGeom>
          <a:noFill/>
          <a:ln>
            <a:noFill/>
          </a:ln>
        </p:spPr>
        <p:txBody>
          <a:bodyPr spcFirstLastPara="1" wrap="square" lIns="91425" tIns="45700" rIns="91425" bIns="45700" anchor="t" anchorCtr="0">
            <a:noAutofit/>
          </a:bodyPr>
          <a:lstStyle/>
          <a:p>
            <a:pPr marR="0" lvl="0" algn="l" rtl="0">
              <a:lnSpc>
                <a:spcPct val="90000"/>
              </a:lnSpc>
              <a:spcBef>
                <a:spcPts val="0"/>
              </a:spcBef>
              <a:spcAft>
                <a:spcPts val="0"/>
              </a:spcAft>
              <a:buClr>
                <a:schemeClr val="dk1"/>
              </a:buClr>
              <a:buSzPts val="4400"/>
            </a:pPr>
            <a:r>
              <a:rPr lang="en-US" sz="4400" dirty="0">
                <a:solidFill>
                  <a:schemeClr val="dk2"/>
                </a:solidFill>
                <a:latin typeface="+mn-lt"/>
                <a:ea typeface="Lato"/>
                <a:cs typeface="Lato"/>
                <a:sym typeface="Calibri"/>
              </a:rPr>
              <a:t>Single-ended input operation results when the input signal is connected to one input and the other input connected to ground.</a:t>
            </a:r>
            <a:endParaRPr sz="4400" dirty="0">
              <a:solidFill>
                <a:schemeClr val="dk2"/>
              </a:solidFill>
              <a:latin typeface="+mn-lt"/>
              <a:ea typeface="Lato"/>
              <a:cs typeface="Lato"/>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pic>
        <p:nvPicPr>
          <p:cNvPr id="208" name="Google Shape;208;g152beb0614f_0_143"/>
          <p:cNvPicPr preferRelativeResize="0"/>
          <p:nvPr/>
        </p:nvPicPr>
        <p:blipFill>
          <a:blip r:embed="rId3">
            <a:alphaModFix/>
          </a:blip>
          <a:stretch>
            <a:fillRect/>
          </a:stretch>
        </p:blipFill>
        <p:spPr>
          <a:xfrm>
            <a:off x="2625150" y="1134950"/>
            <a:ext cx="5829850" cy="3450900"/>
          </a:xfrm>
          <a:prstGeom prst="rect">
            <a:avLst/>
          </a:prstGeom>
          <a:noFill/>
          <a:ln>
            <a:noFill/>
          </a:ln>
        </p:spPr>
      </p:pic>
      <p:sp>
        <p:nvSpPr>
          <p:cNvPr id="206" name="Google Shape;206;g152beb0614f_0_143"/>
          <p:cNvSpPr txBox="1">
            <a:spLocks noGrp="1"/>
          </p:cNvSpPr>
          <p:nvPr>
            <p:ph type="title"/>
          </p:nvPr>
        </p:nvSpPr>
        <p:spPr>
          <a:xfrm>
            <a:off x="653000" y="194550"/>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5400" dirty="0">
                <a:latin typeface="+mj-lt"/>
              </a:rPr>
              <a:t>Double Ended (Differential) Input</a:t>
            </a:r>
            <a:endParaRPr sz="5400" dirty="0">
              <a:latin typeface="+mj-lt"/>
            </a:endParaRPr>
          </a:p>
        </p:txBody>
      </p:sp>
      <p:sp>
        <p:nvSpPr>
          <p:cNvPr id="207" name="Google Shape;207;g152beb0614f_0_143"/>
          <p:cNvSpPr txBox="1"/>
          <p:nvPr/>
        </p:nvSpPr>
        <p:spPr>
          <a:xfrm>
            <a:off x="653000" y="4082267"/>
            <a:ext cx="10515600" cy="1907100"/>
          </a:xfrm>
          <a:prstGeom prst="rect">
            <a:avLst/>
          </a:prstGeom>
          <a:noFill/>
          <a:ln>
            <a:noFill/>
          </a:ln>
        </p:spPr>
        <p:txBody>
          <a:bodyPr spcFirstLastPara="1" wrap="square" lIns="91425" tIns="45700" rIns="91425" bIns="45700" anchor="t" anchorCtr="0">
            <a:noAutofit/>
          </a:bodyPr>
          <a:lstStyle/>
          <a:p>
            <a:pPr marR="0" lvl="0" algn="l" rtl="0">
              <a:lnSpc>
                <a:spcPct val="90000"/>
              </a:lnSpc>
              <a:spcBef>
                <a:spcPts val="0"/>
              </a:spcBef>
              <a:spcAft>
                <a:spcPts val="0"/>
              </a:spcAft>
              <a:buClr>
                <a:schemeClr val="dk1"/>
              </a:buClr>
              <a:buSzPct val="100000"/>
            </a:pPr>
            <a:r>
              <a:rPr lang="en-US" sz="4400" dirty="0">
                <a:solidFill>
                  <a:schemeClr val="dk2"/>
                </a:solidFill>
                <a:latin typeface="+mn-lt"/>
                <a:ea typeface="Lato"/>
                <a:cs typeface="Lato"/>
                <a:sym typeface="Calibri"/>
              </a:rPr>
              <a:t>A single input can be use, applied between the two terminals, neither input is at ground. With the resulting amplified output in phase with the applied inputs.</a:t>
            </a:r>
            <a:endParaRPr sz="4400" dirty="0">
              <a:solidFill>
                <a:schemeClr val="dk2"/>
              </a:solidFill>
              <a:latin typeface="+mn-lt"/>
              <a:ea typeface="Lato"/>
              <a:cs typeface="Lato"/>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g152beb0614f_0_152"/>
          <p:cNvSpPr txBox="1">
            <a:spLocks noGrp="1"/>
          </p:cNvSpPr>
          <p:nvPr>
            <p:ph type="title"/>
          </p:nvPr>
        </p:nvSpPr>
        <p:spPr>
          <a:xfrm>
            <a:off x="653000" y="116100"/>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5400" dirty="0">
                <a:latin typeface="+mj-lt"/>
              </a:rPr>
              <a:t>Double Ended (Differential) Input</a:t>
            </a:r>
            <a:endParaRPr sz="5400" dirty="0">
              <a:latin typeface="+mj-lt"/>
            </a:endParaRPr>
          </a:p>
        </p:txBody>
      </p:sp>
      <p:sp>
        <p:nvSpPr>
          <p:cNvPr id="214" name="Google Shape;214;g152beb0614f_0_152"/>
          <p:cNvSpPr txBox="1"/>
          <p:nvPr/>
        </p:nvSpPr>
        <p:spPr>
          <a:xfrm>
            <a:off x="745766" y="4841402"/>
            <a:ext cx="10515600" cy="1907100"/>
          </a:xfrm>
          <a:prstGeom prst="rect">
            <a:avLst/>
          </a:prstGeom>
          <a:noFill/>
          <a:ln>
            <a:noFill/>
          </a:ln>
        </p:spPr>
        <p:txBody>
          <a:bodyPr spcFirstLastPara="1" wrap="square" lIns="91425" tIns="45700" rIns="91425" bIns="45700" anchor="t" anchorCtr="0">
            <a:normAutofit/>
          </a:bodyPr>
          <a:lstStyle/>
          <a:p>
            <a:pPr marR="0" lvl="0" algn="l" rtl="0">
              <a:lnSpc>
                <a:spcPct val="90000"/>
              </a:lnSpc>
              <a:spcBef>
                <a:spcPts val="0"/>
              </a:spcBef>
              <a:spcAft>
                <a:spcPts val="0"/>
              </a:spcAft>
              <a:buClr>
                <a:schemeClr val="dk1"/>
              </a:buClr>
              <a:buSzPts val="4400"/>
            </a:pPr>
            <a:r>
              <a:rPr lang="en-US" sz="4400" dirty="0">
                <a:solidFill>
                  <a:schemeClr val="dk2"/>
                </a:solidFill>
                <a:latin typeface="+mn-lt"/>
                <a:ea typeface="Lato"/>
                <a:cs typeface="Lato"/>
                <a:sym typeface="Calibri"/>
              </a:rPr>
              <a:t>Two separate signals are applied to the inputs, the difference signal being V</a:t>
            </a:r>
            <a:r>
              <a:rPr lang="en-US" sz="2800" dirty="0">
                <a:solidFill>
                  <a:schemeClr val="dk2"/>
                </a:solidFill>
                <a:latin typeface="+mn-lt"/>
                <a:ea typeface="Lato"/>
                <a:cs typeface="Lato"/>
                <a:sym typeface="Calibri"/>
              </a:rPr>
              <a:t>1</a:t>
            </a:r>
            <a:r>
              <a:rPr lang="en-US" sz="4400" dirty="0">
                <a:solidFill>
                  <a:schemeClr val="dk2"/>
                </a:solidFill>
                <a:latin typeface="+mn-lt"/>
                <a:ea typeface="Lato"/>
                <a:cs typeface="Lato"/>
                <a:sym typeface="Calibri"/>
              </a:rPr>
              <a:t> - V</a:t>
            </a:r>
            <a:r>
              <a:rPr lang="en-US" sz="2800" dirty="0">
                <a:solidFill>
                  <a:schemeClr val="dk2"/>
                </a:solidFill>
                <a:latin typeface="+mn-lt"/>
                <a:ea typeface="Lato"/>
                <a:cs typeface="Lato"/>
                <a:sym typeface="Calibri"/>
              </a:rPr>
              <a:t>2</a:t>
            </a:r>
            <a:r>
              <a:rPr lang="en-US" sz="4400" dirty="0">
                <a:solidFill>
                  <a:schemeClr val="dk2"/>
                </a:solidFill>
                <a:latin typeface="+mn-lt"/>
                <a:ea typeface="Lato"/>
                <a:cs typeface="Lato"/>
                <a:sym typeface="Calibri"/>
              </a:rPr>
              <a:t>.</a:t>
            </a:r>
            <a:endParaRPr sz="4400" dirty="0">
              <a:solidFill>
                <a:schemeClr val="dk2"/>
              </a:solidFill>
              <a:latin typeface="+mn-lt"/>
              <a:ea typeface="Lato"/>
              <a:cs typeface="Lato"/>
              <a:sym typeface="Calibri"/>
            </a:endParaRPr>
          </a:p>
        </p:txBody>
      </p:sp>
      <p:pic>
        <p:nvPicPr>
          <p:cNvPr id="215" name="Google Shape;215;g152beb0614f_0_152"/>
          <p:cNvPicPr preferRelativeResize="0"/>
          <p:nvPr/>
        </p:nvPicPr>
        <p:blipFill>
          <a:blip r:embed="rId3">
            <a:alphaModFix/>
          </a:blip>
          <a:stretch>
            <a:fillRect/>
          </a:stretch>
        </p:blipFill>
        <p:spPr>
          <a:xfrm>
            <a:off x="2861249" y="1143100"/>
            <a:ext cx="4400941" cy="35879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pic>
        <p:nvPicPr>
          <p:cNvPr id="222" name="Google Shape;222;g153466e9216_0_0"/>
          <p:cNvPicPr preferRelativeResize="0"/>
          <p:nvPr/>
        </p:nvPicPr>
        <p:blipFill>
          <a:blip r:embed="rId3">
            <a:alphaModFix/>
          </a:blip>
          <a:stretch>
            <a:fillRect/>
          </a:stretch>
        </p:blipFill>
        <p:spPr>
          <a:xfrm>
            <a:off x="2786769" y="1040235"/>
            <a:ext cx="5827376" cy="2661725"/>
          </a:xfrm>
          <a:prstGeom prst="rect">
            <a:avLst/>
          </a:prstGeom>
          <a:noFill/>
          <a:ln>
            <a:noFill/>
          </a:ln>
        </p:spPr>
      </p:pic>
      <p:sp>
        <p:nvSpPr>
          <p:cNvPr id="220" name="Google Shape;220;g153466e9216_0_0"/>
          <p:cNvSpPr txBox="1">
            <a:spLocks noGrp="1"/>
          </p:cNvSpPr>
          <p:nvPr>
            <p:ph type="title"/>
          </p:nvPr>
        </p:nvSpPr>
        <p:spPr>
          <a:xfrm>
            <a:off x="653000" y="1161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5400" dirty="0">
                <a:latin typeface="+mj-lt"/>
              </a:rPr>
              <a:t>Double Ended Output</a:t>
            </a:r>
            <a:endParaRPr sz="5400" dirty="0">
              <a:latin typeface="+mj-lt"/>
            </a:endParaRPr>
          </a:p>
        </p:txBody>
      </p:sp>
      <p:sp>
        <p:nvSpPr>
          <p:cNvPr id="221" name="Google Shape;221;g153466e9216_0_0"/>
          <p:cNvSpPr txBox="1"/>
          <p:nvPr/>
        </p:nvSpPr>
        <p:spPr>
          <a:xfrm>
            <a:off x="431026" y="3591942"/>
            <a:ext cx="10959548" cy="2716092"/>
          </a:xfrm>
          <a:prstGeom prst="rect">
            <a:avLst/>
          </a:prstGeom>
          <a:noFill/>
          <a:ln>
            <a:noFill/>
          </a:ln>
        </p:spPr>
        <p:txBody>
          <a:bodyPr spcFirstLastPara="1" wrap="square" lIns="91425" tIns="45700" rIns="91425" bIns="45700" anchor="t" anchorCtr="0">
            <a:noAutofit/>
          </a:bodyPr>
          <a:lstStyle/>
          <a:p>
            <a:pPr marR="0" lvl="0" algn="l" rtl="0">
              <a:lnSpc>
                <a:spcPct val="90000"/>
              </a:lnSpc>
              <a:spcBef>
                <a:spcPts val="0"/>
              </a:spcBef>
              <a:spcAft>
                <a:spcPts val="0"/>
              </a:spcAft>
              <a:buClr>
                <a:schemeClr val="dk1"/>
              </a:buClr>
              <a:buSzPct val="100000"/>
            </a:pPr>
            <a:r>
              <a:rPr lang="en-US" sz="4400" dirty="0">
                <a:solidFill>
                  <a:schemeClr val="dk2"/>
                </a:solidFill>
                <a:latin typeface="+mn-lt"/>
                <a:ea typeface="Lato"/>
                <a:cs typeface="Lato"/>
                <a:sym typeface="Calibri"/>
              </a:rPr>
              <a:t>Single ended input with double ended output. An input applied to either input will result in outputs from both output terminals, these outputs being always opposite in polarity.</a:t>
            </a:r>
            <a:endParaRPr sz="4400" dirty="0">
              <a:solidFill>
                <a:schemeClr val="dk2"/>
              </a:solidFill>
              <a:latin typeface="+mn-lt"/>
              <a:ea typeface="Lato"/>
              <a:cs typeface="Lato"/>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pic>
        <p:nvPicPr>
          <p:cNvPr id="229" name="Google Shape;229;g153466e9216_0_7"/>
          <p:cNvPicPr preferRelativeResize="0"/>
          <p:nvPr/>
        </p:nvPicPr>
        <p:blipFill rotWithShape="1">
          <a:blip r:embed="rId3">
            <a:alphaModFix/>
          </a:blip>
          <a:srcRect b="22093"/>
          <a:stretch/>
        </p:blipFill>
        <p:spPr>
          <a:xfrm>
            <a:off x="653000" y="1032631"/>
            <a:ext cx="6429275" cy="3002808"/>
          </a:xfrm>
          <a:prstGeom prst="rect">
            <a:avLst/>
          </a:prstGeom>
          <a:noFill/>
          <a:ln>
            <a:noFill/>
          </a:ln>
        </p:spPr>
      </p:pic>
      <p:sp>
        <p:nvSpPr>
          <p:cNvPr id="227" name="Google Shape;227;g153466e9216_0_7"/>
          <p:cNvSpPr txBox="1">
            <a:spLocks noGrp="1"/>
          </p:cNvSpPr>
          <p:nvPr>
            <p:ph type="title"/>
          </p:nvPr>
        </p:nvSpPr>
        <p:spPr>
          <a:xfrm>
            <a:off x="653000" y="1161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5400" dirty="0">
                <a:latin typeface="+mj-lt"/>
              </a:rPr>
              <a:t>Double Ended Output</a:t>
            </a:r>
            <a:endParaRPr sz="5400" dirty="0">
              <a:latin typeface="+mj-lt"/>
            </a:endParaRPr>
          </a:p>
        </p:txBody>
      </p:sp>
      <p:sp>
        <p:nvSpPr>
          <p:cNvPr id="228" name="Google Shape;228;g153466e9216_0_7"/>
          <p:cNvSpPr txBox="1"/>
          <p:nvPr/>
        </p:nvSpPr>
        <p:spPr>
          <a:xfrm>
            <a:off x="503584" y="3626270"/>
            <a:ext cx="11595651" cy="26329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Clr>
                <a:schemeClr val="dk2"/>
              </a:buClr>
              <a:buSzPct val="39285"/>
              <a:buFont typeface="Arial"/>
              <a:buNone/>
            </a:pPr>
            <a:r>
              <a:rPr lang="en-US" sz="4400" dirty="0">
                <a:solidFill>
                  <a:schemeClr val="dk2"/>
                </a:solidFill>
                <a:latin typeface="+mn-lt"/>
                <a:ea typeface="Lato"/>
                <a:cs typeface="Lato"/>
                <a:sym typeface="Calibri"/>
              </a:rPr>
              <a:t>The figure shows a differential input, differential output operation. The input is applied between the two input terminals and the output taken from between the two output terminals, this is fully differential operation</a:t>
            </a:r>
            <a:endParaRPr sz="4400" dirty="0">
              <a:solidFill>
                <a:schemeClr val="dk2"/>
              </a:solidFill>
              <a:latin typeface="+mn-lt"/>
              <a:ea typeface="Lato"/>
              <a:cs typeface="Lato"/>
              <a:sym typeface="Calibri"/>
            </a:endParaRPr>
          </a:p>
        </p:txBody>
      </p:sp>
      <p:pic>
        <p:nvPicPr>
          <p:cNvPr id="2" name="Picture 1"/>
          <p:cNvPicPr>
            <a:picLocks noChangeAspect="1"/>
          </p:cNvPicPr>
          <p:nvPr/>
        </p:nvPicPr>
        <p:blipFill>
          <a:blip r:embed="rId4"/>
          <a:stretch>
            <a:fillRect/>
          </a:stretch>
        </p:blipFill>
        <p:spPr>
          <a:xfrm>
            <a:off x="6738591" y="2133601"/>
            <a:ext cx="5091116" cy="114701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pic>
        <p:nvPicPr>
          <p:cNvPr id="236" name="Google Shape;236;g1582c6ebd85_0_15"/>
          <p:cNvPicPr preferRelativeResize="0"/>
          <p:nvPr/>
        </p:nvPicPr>
        <p:blipFill>
          <a:blip r:embed="rId3">
            <a:alphaModFix/>
          </a:blip>
          <a:stretch>
            <a:fillRect/>
          </a:stretch>
        </p:blipFill>
        <p:spPr>
          <a:xfrm>
            <a:off x="7673009" y="450574"/>
            <a:ext cx="4518991" cy="3260034"/>
          </a:xfrm>
          <a:prstGeom prst="rect">
            <a:avLst/>
          </a:prstGeom>
          <a:noFill/>
          <a:ln>
            <a:noFill/>
          </a:ln>
        </p:spPr>
      </p:pic>
      <p:sp>
        <p:nvSpPr>
          <p:cNvPr id="235" name="Google Shape;235;g1582c6ebd85_0_15"/>
          <p:cNvSpPr txBox="1">
            <a:spLocks noGrp="1"/>
          </p:cNvSpPr>
          <p:nvPr>
            <p:ph type="body" idx="1"/>
          </p:nvPr>
        </p:nvSpPr>
        <p:spPr>
          <a:xfrm>
            <a:off x="503582" y="291548"/>
            <a:ext cx="7792279" cy="4359965"/>
          </a:xfrm>
          <a:prstGeom prst="rect">
            <a:avLst/>
          </a:prstGeom>
        </p:spPr>
        <p:txBody>
          <a:bodyPr spcFirstLastPara="1" wrap="square" lIns="91425" tIns="45700" rIns="91425" bIns="45700" anchor="t" anchorCtr="0">
            <a:noAutofit/>
          </a:bodyPr>
          <a:lstStyle/>
          <a:p>
            <a:pPr marL="0" lvl="0" indent="0">
              <a:spcBef>
                <a:spcPts val="0"/>
              </a:spcBef>
              <a:spcAft>
                <a:spcPts val="1600"/>
              </a:spcAft>
              <a:buSzPct val="100000"/>
              <a:buNone/>
            </a:pPr>
            <a:r>
              <a:rPr lang="en-US" sz="4400" b="1" dirty="0">
                <a:latin typeface="+mn-lt"/>
                <a:sym typeface="Raleway"/>
              </a:rPr>
              <a:t>Common mode operation</a:t>
            </a:r>
          </a:p>
          <a:p>
            <a:pPr marL="0" marR="0" lvl="0" indent="0" algn="l" rtl="0">
              <a:lnSpc>
                <a:spcPct val="90000"/>
              </a:lnSpc>
              <a:spcBef>
                <a:spcPts val="0"/>
              </a:spcBef>
              <a:spcAft>
                <a:spcPts val="1600"/>
              </a:spcAft>
              <a:buSzPct val="100000"/>
              <a:buNone/>
            </a:pPr>
            <a:r>
              <a:rPr lang="en-US" sz="4400" dirty="0">
                <a:latin typeface="+mn-lt"/>
              </a:rPr>
              <a:t>When the same input signals are applied to both inputs, common mode operation results. Ideally, the two inputs are equally amplified and since they result in opposite</a:t>
            </a:r>
            <a:endParaRPr sz="4400" dirty="0">
              <a:latin typeface="+mn-lt"/>
            </a:endParaRPr>
          </a:p>
        </p:txBody>
      </p:sp>
      <p:sp>
        <p:nvSpPr>
          <p:cNvPr id="4" name="Google Shape;235;g1582c6ebd85_0_15"/>
          <p:cNvSpPr txBox="1">
            <a:spLocks/>
          </p:cNvSpPr>
          <p:nvPr/>
        </p:nvSpPr>
        <p:spPr>
          <a:xfrm>
            <a:off x="503582" y="4678018"/>
            <a:ext cx="11542644" cy="19878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Lato"/>
              <a:buChar char="●"/>
              <a:defRPr sz="2400" b="0" i="0" u="none" strike="noStrike" cap="none">
                <a:solidFill>
                  <a:schemeClr val="dk2"/>
                </a:solidFill>
                <a:latin typeface="Lato"/>
                <a:ea typeface="Lato"/>
                <a:cs typeface="Lato"/>
                <a:sym typeface="Lato"/>
              </a:defRPr>
            </a:lvl1pPr>
            <a:lvl2pPr marL="914400" marR="0" lvl="1" indent="-342900" algn="l" rtl="0">
              <a:lnSpc>
                <a:spcPct val="90000"/>
              </a:lnSpc>
              <a:spcBef>
                <a:spcPts val="1600"/>
              </a:spcBef>
              <a:spcAft>
                <a:spcPts val="0"/>
              </a:spcAft>
              <a:buClr>
                <a:schemeClr val="dk1"/>
              </a:buClr>
              <a:buSzPts val="1800"/>
              <a:buFont typeface="Lato"/>
              <a:buChar char="○"/>
              <a:defRPr sz="1900" b="0" i="0" u="none" strike="noStrike" cap="none">
                <a:solidFill>
                  <a:schemeClr val="dk2"/>
                </a:solidFill>
                <a:latin typeface="Lato"/>
                <a:ea typeface="Lato"/>
                <a:cs typeface="Lato"/>
                <a:sym typeface="Lato"/>
              </a:defRPr>
            </a:lvl2pPr>
            <a:lvl3pPr marL="1371600" marR="0" lvl="2" indent="-342900" algn="l" rtl="0">
              <a:lnSpc>
                <a:spcPct val="90000"/>
              </a:lnSpc>
              <a:spcBef>
                <a:spcPts val="1600"/>
              </a:spcBef>
              <a:spcAft>
                <a:spcPts val="0"/>
              </a:spcAft>
              <a:buClr>
                <a:schemeClr val="dk1"/>
              </a:buClr>
              <a:buSzPts val="1800"/>
              <a:buFont typeface="Lato"/>
              <a:buChar char="■"/>
              <a:defRPr sz="1900" b="0" i="0" u="none" strike="noStrike" cap="none">
                <a:solidFill>
                  <a:schemeClr val="dk2"/>
                </a:solidFill>
                <a:latin typeface="Lato"/>
                <a:ea typeface="Lato"/>
                <a:cs typeface="Lato"/>
                <a:sym typeface="Lato"/>
              </a:defRPr>
            </a:lvl3pPr>
            <a:lvl4pPr marL="1828800" marR="0" lvl="3" indent="-342900" algn="l" rtl="0">
              <a:lnSpc>
                <a:spcPct val="90000"/>
              </a:lnSpc>
              <a:spcBef>
                <a:spcPts val="1600"/>
              </a:spcBef>
              <a:spcAft>
                <a:spcPts val="0"/>
              </a:spcAft>
              <a:buClr>
                <a:schemeClr val="dk1"/>
              </a:buClr>
              <a:buSzPts val="1800"/>
              <a:buFont typeface="Lato"/>
              <a:buChar char="●"/>
              <a:defRPr sz="1900" b="0" i="0" u="none" strike="noStrike" cap="none">
                <a:solidFill>
                  <a:schemeClr val="dk2"/>
                </a:solidFill>
                <a:latin typeface="Lato"/>
                <a:ea typeface="Lato"/>
                <a:cs typeface="Lato"/>
                <a:sym typeface="Lato"/>
              </a:defRPr>
            </a:lvl4pPr>
            <a:lvl5pPr marL="2286000" marR="0" lvl="4" indent="-342900" algn="l" rtl="0">
              <a:lnSpc>
                <a:spcPct val="90000"/>
              </a:lnSpc>
              <a:spcBef>
                <a:spcPts val="1600"/>
              </a:spcBef>
              <a:spcAft>
                <a:spcPts val="0"/>
              </a:spcAft>
              <a:buClr>
                <a:schemeClr val="dk1"/>
              </a:buClr>
              <a:buSzPts val="1800"/>
              <a:buFont typeface="Lato"/>
              <a:buChar char="○"/>
              <a:defRPr sz="1900" b="0" i="0" u="none" strike="noStrike" cap="none">
                <a:solidFill>
                  <a:schemeClr val="dk2"/>
                </a:solidFill>
                <a:latin typeface="Lato"/>
                <a:ea typeface="Lato"/>
                <a:cs typeface="Lato"/>
                <a:sym typeface="Lato"/>
              </a:defRPr>
            </a:lvl5pPr>
            <a:lvl6pPr marL="2743200" marR="0" lvl="5" indent="-342900" algn="l" rtl="0">
              <a:lnSpc>
                <a:spcPct val="90000"/>
              </a:lnSpc>
              <a:spcBef>
                <a:spcPts val="1600"/>
              </a:spcBef>
              <a:spcAft>
                <a:spcPts val="0"/>
              </a:spcAft>
              <a:buClr>
                <a:schemeClr val="dk1"/>
              </a:buClr>
              <a:buSzPts val="1800"/>
              <a:buFont typeface="Lato"/>
              <a:buChar char="■"/>
              <a:defRPr sz="1900" b="0" i="0" u="none" strike="noStrike" cap="none">
                <a:solidFill>
                  <a:schemeClr val="dk2"/>
                </a:solidFill>
                <a:latin typeface="Lato"/>
                <a:ea typeface="Lato"/>
                <a:cs typeface="Lato"/>
                <a:sym typeface="Lato"/>
              </a:defRPr>
            </a:lvl6pPr>
            <a:lvl7pPr marL="3200400" marR="0" lvl="6" indent="-342900" algn="l" rtl="0">
              <a:lnSpc>
                <a:spcPct val="90000"/>
              </a:lnSpc>
              <a:spcBef>
                <a:spcPts val="1600"/>
              </a:spcBef>
              <a:spcAft>
                <a:spcPts val="0"/>
              </a:spcAft>
              <a:buClr>
                <a:schemeClr val="dk1"/>
              </a:buClr>
              <a:buSzPts val="1800"/>
              <a:buFont typeface="Lato"/>
              <a:buChar char="●"/>
              <a:defRPr sz="1900" b="0" i="0" u="none" strike="noStrike" cap="none">
                <a:solidFill>
                  <a:schemeClr val="dk2"/>
                </a:solidFill>
                <a:latin typeface="Lato"/>
                <a:ea typeface="Lato"/>
                <a:cs typeface="Lato"/>
                <a:sym typeface="Lato"/>
              </a:defRPr>
            </a:lvl7pPr>
            <a:lvl8pPr marL="3657600" marR="0" lvl="7" indent="-342900" algn="l" rtl="0">
              <a:lnSpc>
                <a:spcPct val="90000"/>
              </a:lnSpc>
              <a:spcBef>
                <a:spcPts val="1600"/>
              </a:spcBef>
              <a:spcAft>
                <a:spcPts val="0"/>
              </a:spcAft>
              <a:buClr>
                <a:schemeClr val="dk1"/>
              </a:buClr>
              <a:buSzPts val="1800"/>
              <a:buFont typeface="Lato"/>
              <a:buChar char="○"/>
              <a:defRPr sz="1900" b="0" i="0" u="none" strike="noStrike" cap="none">
                <a:solidFill>
                  <a:schemeClr val="dk2"/>
                </a:solidFill>
                <a:latin typeface="Lato"/>
                <a:ea typeface="Lato"/>
                <a:cs typeface="Lato"/>
                <a:sym typeface="Lato"/>
              </a:defRPr>
            </a:lvl8pPr>
            <a:lvl9pPr marL="4114800" marR="0" lvl="8" indent="-342900" algn="l" rtl="0">
              <a:lnSpc>
                <a:spcPct val="90000"/>
              </a:lnSpc>
              <a:spcBef>
                <a:spcPts val="1600"/>
              </a:spcBef>
              <a:spcAft>
                <a:spcPts val="1600"/>
              </a:spcAft>
              <a:buClr>
                <a:schemeClr val="dk1"/>
              </a:buClr>
              <a:buSzPts val="1800"/>
              <a:buFont typeface="Lato"/>
              <a:buChar char="■"/>
              <a:defRPr sz="1900" b="0" i="0" u="none" strike="noStrike" cap="none">
                <a:solidFill>
                  <a:schemeClr val="dk2"/>
                </a:solidFill>
                <a:latin typeface="Lato"/>
                <a:ea typeface="Lato"/>
                <a:cs typeface="Lato"/>
                <a:sym typeface="Lato"/>
              </a:defRPr>
            </a:lvl9pPr>
          </a:lstStyle>
          <a:p>
            <a:pPr marL="0" indent="0">
              <a:spcBef>
                <a:spcPts val="0"/>
              </a:spcBef>
              <a:spcAft>
                <a:spcPts val="1600"/>
              </a:spcAft>
              <a:buSzPct val="100000"/>
              <a:buFont typeface="Lato"/>
              <a:buNone/>
            </a:pPr>
            <a:r>
              <a:rPr lang="en-PH" sz="4400" dirty="0">
                <a:latin typeface="+mn-lt"/>
              </a:rPr>
              <a:t>polarity signals at the output, these signals cancel, resulting in 0 V output. Practically, a small output signal will result.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g15831f1cf02_0_0"/>
          <p:cNvSpPr txBox="1">
            <a:spLocks noGrp="1"/>
          </p:cNvSpPr>
          <p:nvPr>
            <p:ph type="body" idx="1"/>
          </p:nvPr>
        </p:nvSpPr>
        <p:spPr>
          <a:xfrm>
            <a:off x="596348" y="437322"/>
            <a:ext cx="11118574" cy="6069495"/>
          </a:xfrm>
          <a:prstGeom prst="rect">
            <a:avLst/>
          </a:prstGeom>
        </p:spPr>
        <p:txBody>
          <a:bodyPr spcFirstLastPara="1" wrap="square" lIns="91425" tIns="45700" rIns="91425" bIns="45700" anchor="t" anchorCtr="0">
            <a:noAutofit/>
          </a:bodyPr>
          <a:lstStyle/>
          <a:p>
            <a:pPr marL="0" marR="0" lvl="0" indent="0" algn="l" rtl="0">
              <a:lnSpc>
                <a:spcPct val="90000"/>
              </a:lnSpc>
              <a:spcBef>
                <a:spcPts val="0"/>
              </a:spcBef>
              <a:spcAft>
                <a:spcPts val="0"/>
              </a:spcAft>
              <a:buSzPct val="100000"/>
              <a:buNone/>
            </a:pPr>
            <a:r>
              <a:rPr lang="en-US" sz="4400" dirty="0">
                <a:latin typeface="+mn-lt"/>
              </a:rPr>
              <a:t>Noise (any unwanted input signal) is generally common to both inputs, the differential connection tends to provide attenuation of this unwanted input while providing an amplified output of the difference signal applied to the inputs.</a:t>
            </a:r>
            <a:endParaRPr sz="4400" dirty="0">
              <a:latin typeface="+mn-lt"/>
            </a:endParaRPr>
          </a:p>
          <a:p>
            <a:pPr marL="0" marR="0" lvl="0" indent="0" algn="l" rtl="0">
              <a:lnSpc>
                <a:spcPct val="90000"/>
              </a:lnSpc>
              <a:spcBef>
                <a:spcPts val="1600"/>
              </a:spcBef>
              <a:spcAft>
                <a:spcPts val="1600"/>
              </a:spcAft>
              <a:buSzPct val="100000"/>
              <a:buNone/>
            </a:pPr>
            <a:r>
              <a:rPr lang="en-US" sz="4400" dirty="0">
                <a:latin typeface="+mn-lt"/>
              </a:rPr>
              <a:t>This operating feature is referred to as common - mode rejection. </a:t>
            </a:r>
            <a:endParaRPr sz="4400" dirty="0">
              <a:latin typeface="+mn-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PH" sz="5400" dirty="0">
                <a:latin typeface="+mj-lt"/>
              </a:rPr>
              <a:t>DIFFERENTIAL AND COMMON</a:t>
            </a:r>
            <a:br>
              <a:rPr lang="en-PH" sz="5400" dirty="0">
                <a:latin typeface="+mj-lt"/>
              </a:rPr>
            </a:br>
            <a:r>
              <a:rPr lang="en-PH" sz="5400" dirty="0">
                <a:latin typeface="+mj-lt"/>
              </a:rPr>
              <a:t>MODE OPERATION</a:t>
            </a:r>
          </a:p>
        </p:txBody>
      </p:sp>
      <p:sp>
        <p:nvSpPr>
          <p:cNvPr id="3" name="Content Placeholder 2"/>
          <p:cNvSpPr>
            <a:spLocks noGrp="1"/>
          </p:cNvSpPr>
          <p:nvPr>
            <p:ph idx="1"/>
          </p:nvPr>
        </p:nvSpPr>
        <p:spPr/>
        <p:txBody>
          <a:bodyPr>
            <a:noAutofit/>
          </a:bodyPr>
          <a:lstStyle/>
          <a:p>
            <a:pPr marL="114300" indent="0">
              <a:buNone/>
            </a:pPr>
            <a:r>
              <a:rPr lang="en-PH" sz="4400" dirty="0">
                <a:latin typeface="+mn-lt"/>
              </a:rPr>
              <a:t>ability to greatly amplify signals that are opposite at the two inputs, while only slightly amplifying signals that are common to both inputs</a:t>
            </a:r>
          </a:p>
        </p:txBody>
      </p:sp>
    </p:spTree>
    <p:extLst>
      <p:ext uri="{BB962C8B-B14F-4D97-AF65-F5344CB8AC3E}">
        <p14:creationId xmlns:p14="http://schemas.microsoft.com/office/powerpoint/2010/main" val="3172548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390900" y="4305300"/>
            <a:ext cx="3581400" cy="8255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723900" y="200024"/>
            <a:ext cx="10515600" cy="5959475"/>
          </a:xfrm>
          <a:ln>
            <a:noFill/>
          </a:ln>
        </p:spPr>
        <p:style>
          <a:lnRef idx="2">
            <a:schemeClr val="dk1"/>
          </a:lnRef>
          <a:fillRef idx="1">
            <a:schemeClr val="lt1"/>
          </a:fillRef>
          <a:effectRef idx="0">
            <a:schemeClr val="dk1"/>
          </a:effectRef>
          <a:fontRef idx="minor">
            <a:schemeClr val="dk1"/>
          </a:fontRef>
        </p:style>
        <p:txBody>
          <a:bodyPr>
            <a:noAutofit/>
          </a:bodyPr>
          <a:lstStyle/>
          <a:p>
            <a:pPr marL="0" indent="0">
              <a:buNone/>
            </a:pPr>
            <a:r>
              <a:rPr lang="en-PH" sz="5400" b="1" dirty="0">
                <a:latin typeface="+mj-lt"/>
                <a:ea typeface="Raleway"/>
                <a:cs typeface="Raleway"/>
                <a:sym typeface="Raleway"/>
              </a:rPr>
              <a:t>Differential Inputs</a:t>
            </a:r>
            <a:br>
              <a:rPr lang="en-PH" sz="5400" b="1" dirty="0">
                <a:latin typeface="+mj-lt"/>
                <a:ea typeface="Raleway"/>
                <a:cs typeface="Raleway"/>
                <a:sym typeface="Raleway"/>
              </a:rPr>
            </a:br>
            <a:r>
              <a:rPr lang="en-PH" sz="5400" dirty="0"/>
              <a:t>When separate inputs are applied to the op-amp, the resulting difference signal is the difference between the two inputs.</a:t>
            </a:r>
          </a:p>
          <a:p>
            <a:pPr marL="0" indent="0">
              <a:buNone/>
            </a:pPr>
            <a:r>
              <a:rPr lang="en-PH" sz="2000" dirty="0"/>
              <a:t> </a:t>
            </a:r>
            <a:br>
              <a:rPr lang="en-PH" sz="5400" dirty="0"/>
            </a:br>
            <a:r>
              <a:rPr lang="en-PH" sz="5400" dirty="0"/>
              <a:t>			V</a:t>
            </a:r>
            <a:r>
              <a:rPr lang="en-PH" sz="3600" dirty="0"/>
              <a:t>d</a:t>
            </a:r>
            <a:r>
              <a:rPr lang="en-PH" sz="5400" dirty="0"/>
              <a:t> = V</a:t>
            </a:r>
            <a:r>
              <a:rPr lang="en-PH" sz="4400" dirty="0"/>
              <a:t>i</a:t>
            </a:r>
            <a:r>
              <a:rPr lang="en-PH" sz="3600" dirty="0"/>
              <a:t>1</a:t>
            </a:r>
            <a:r>
              <a:rPr lang="en-PH" sz="5400" dirty="0"/>
              <a:t> - V</a:t>
            </a:r>
            <a:r>
              <a:rPr lang="en-PH" sz="4400" dirty="0"/>
              <a:t>i</a:t>
            </a:r>
            <a:r>
              <a:rPr lang="en-PH" sz="3600" dirty="0"/>
              <a:t>2</a:t>
            </a:r>
            <a:endParaRPr lang="en-PH" sz="4400" dirty="0"/>
          </a:p>
        </p:txBody>
      </p:sp>
    </p:spTree>
    <p:extLst>
      <p:ext uri="{BB962C8B-B14F-4D97-AF65-F5344CB8AC3E}">
        <p14:creationId xmlns:p14="http://schemas.microsoft.com/office/powerpoint/2010/main" val="4757260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7400" y="254000"/>
            <a:ext cx="10515600" cy="5656263"/>
          </a:xfrm>
        </p:spPr>
        <p:txBody>
          <a:bodyPr>
            <a:noAutofit/>
          </a:bodyPr>
          <a:lstStyle/>
          <a:p>
            <a:pPr marL="0" indent="0">
              <a:buNone/>
            </a:pPr>
            <a:r>
              <a:rPr lang="en-PH" sz="5400" b="1" dirty="0">
                <a:latin typeface="+mj-lt"/>
                <a:ea typeface="Raleway"/>
                <a:cs typeface="Raleway"/>
                <a:sym typeface="Raleway"/>
              </a:rPr>
              <a:t>Common Inputs</a:t>
            </a:r>
            <a:br>
              <a:rPr lang="en-PH" sz="6000" dirty="0"/>
            </a:br>
            <a:r>
              <a:rPr lang="en-PH" sz="5400" dirty="0"/>
              <a:t>When both input signals are the same, a common signal element due to the two inputs can be defined as the average of the sum of the two signals.</a:t>
            </a:r>
          </a:p>
          <a:p>
            <a:pPr marL="0" indent="0">
              <a:buNone/>
            </a:pPr>
            <a:r>
              <a:rPr lang="en-PH" sz="2000" dirty="0"/>
              <a:t> </a:t>
            </a:r>
            <a:br>
              <a:rPr lang="en-PH" sz="5400" dirty="0"/>
            </a:br>
            <a:r>
              <a:rPr lang="en-PH" sz="6000" dirty="0"/>
              <a:t>		</a:t>
            </a:r>
            <a:r>
              <a:rPr lang="en-PH" sz="5400" dirty="0"/>
              <a:t>V</a:t>
            </a:r>
            <a:r>
              <a:rPr lang="en-PH" sz="3600" dirty="0"/>
              <a:t>c</a:t>
            </a:r>
            <a:r>
              <a:rPr lang="en-PH" sz="5400" dirty="0"/>
              <a:t> = ½ (V</a:t>
            </a:r>
            <a:r>
              <a:rPr lang="en-PH" sz="4400" dirty="0"/>
              <a:t>i</a:t>
            </a:r>
            <a:r>
              <a:rPr lang="en-PH" sz="3600" dirty="0"/>
              <a:t>1</a:t>
            </a:r>
            <a:r>
              <a:rPr lang="en-PH" sz="5400" dirty="0"/>
              <a:t> + V</a:t>
            </a:r>
            <a:r>
              <a:rPr lang="en-PH" sz="4400" dirty="0"/>
              <a:t>i</a:t>
            </a:r>
            <a:r>
              <a:rPr lang="en-PH" sz="3600" dirty="0"/>
              <a:t>2</a:t>
            </a:r>
            <a:r>
              <a:rPr lang="en-PH" sz="5400" dirty="0"/>
              <a:t>) </a:t>
            </a:r>
          </a:p>
          <a:p>
            <a:endParaRPr lang="en-PH" sz="6000" dirty="0"/>
          </a:p>
        </p:txBody>
      </p:sp>
    </p:spTree>
    <p:extLst>
      <p:ext uri="{BB962C8B-B14F-4D97-AF65-F5344CB8AC3E}">
        <p14:creationId xmlns:p14="http://schemas.microsoft.com/office/powerpoint/2010/main" val="33086251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7400" y="254000"/>
            <a:ext cx="10515600" cy="5969000"/>
          </a:xfrm>
        </p:spPr>
        <p:txBody>
          <a:bodyPr>
            <a:noAutofit/>
          </a:bodyPr>
          <a:lstStyle/>
          <a:p>
            <a:pPr marL="0" indent="0">
              <a:buNone/>
            </a:pPr>
            <a:r>
              <a:rPr lang="en-PH" sz="5400" b="1" dirty="0">
                <a:latin typeface="+mj-lt"/>
                <a:ea typeface="Raleway"/>
                <a:cs typeface="Raleway"/>
                <a:sym typeface="Raleway"/>
              </a:rPr>
              <a:t>Output Voltage</a:t>
            </a:r>
            <a:br>
              <a:rPr lang="en-PH" sz="6000" b="1" dirty="0">
                <a:solidFill>
                  <a:schemeClr val="tx2"/>
                </a:solidFill>
              </a:rPr>
            </a:br>
            <a:r>
              <a:rPr lang="en-PH" sz="5400" dirty="0"/>
              <a:t>Since any signals applied to an op-amp in general have both in-phase and out-of-phase components, the resulting output can be expressed as</a:t>
            </a:r>
          </a:p>
          <a:p>
            <a:pPr marL="0" indent="0">
              <a:buNone/>
            </a:pPr>
            <a:r>
              <a:rPr lang="en-PH" sz="2000" dirty="0"/>
              <a:t> </a:t>
            </a:r>
          </a:p>
          <a:p>
            <a:pPr marL="0" indent="0">
              <a:buNone/>
            </a:pPr>
            <a:r>
              <a:rPr lang="en-PH" sz="5400" dirty="0"/>
              <a:t>			</a:t>
            </a:r>
            <a:r>
              <a:rPr lang="it-IT" sz="5400" dirty="0"/>
              <a:t>V</a:t>
            </a:r>
            <a:r>
              <a:rPr lang="it-IT" sz="3600" dirty="0"/>
              <a:t>o</a:t>
            </a:r>
            <a:r>
              <a:rPr lang="it-IT" sz="5400" dirty="0"/>
              <a:t> = A</a:t>
            </a:r>
            <a:r>
              <a:rPr lang="it-IT" sz="3600" dirty="0"/>
              <a:t>d</a:t>
            </a:r>
            <a:r>
              <a:rPr lang="it-IT" sz="5400" dirty="0"/>
              <a:t>V</a:t>
            </a:r>
            <a:r>
              <a:rPr lang="it-IT" sz="3600" dirty="0"/>
              <a:t>d</a:t>
            </a:r>
            <a:r>
              <a:rPr lang="it-IT" sz="5400" dirty="0"/>
              <a:t> + A</a:t>
            </a:r>
            <a:r>
              <a:rPr lang="it-IT" sz="3600" dirty="0"/>
              <a:t>c</a:t>
            </a:r>
            <a:r>
              <a:rPr lang="it-IT" sz="5400" dirty="0"/>
              <a:t>V</a:t>
            </a:r>
            <a:r>
              <a:rPr lang="it-IT" sz="3600" dirty="0"/>
              <a:t>c</a:t>
            </a:r>
            <a:endParaRPr lang="en-PH" sz="3600" dirty="0"/>
          </a:p>
          <a:p>
            <a:endParaRPr lang="en-PH" sz="6000" dirty="0"/>
          </a:p>
        </p:txBody>
      </p:sp>
    </p:spTree>
    <p:extLst>
      <p:ext uri="{BB962C8B-B14F-4D97-AF65-F5344CB8AC3E}">
        <p14:creationId xmlns:p14="http://schemas.microsoft.com/office/powerpoint/2010/main" val="12924753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7887" y="413026"/>
            <a:ext cx="10515600" cy="5969000"/>
          </a:xfrm>
        </p:spPr>
        <p:txBody>
          <a:bodyPr>
            <a:noAutofit/>
          </a:bodyPr>
          <a:lstStyle/>
          <a:p>
            <a:pPr marL="0" indent="0">
              <a:buNone/>
            </a:pPr>
            <a:r>
              <a:rPr lang="en-PH" sz="5400" b="1" dirty="0">
                <a:latin typeface="+mj-lt"/>
                <a:ea typeface="Raleway"/>
                <a:cs typeface="Raleway"/>
                <a:sym typeface="Raleway"/>
              </a:rPr>
              <a:t>Output Voltage</a:t>
            </a:r>
            <a:br>
              <a:rPr lang="en-PH" sz="6000" b="1" dirty="0">
                <a:solidFill>
                  <a:schemeClr val="tx2"/>
                </a:solidFill>
              </a:rPr>
            </a:br>
            <a:r>
              <a:rPr lang="en-PH" sz="4400" dirty="0"/>
              <a:t>where</a:t>
            </a:r>
            <a:r>
              <a:rPr lang="en-PH" sz="6000" dirty="0"/>
              <a:t> </a:t>
            </a:r>
          </a:p>
          <a:p>
            <a:pPr marL="0" indent="0">
              <a:buNone/>
            </a:pPr>
            <a:r>
              <a:rPr lang="en-PH" sz="6000" dirty="0"/>
              <a:t>	</a:t>
            </a:r>
            <a:r>
              <a:rPr lang="en-PH" sz="5400" dirty="0"/>
              <a:t>V</a:t>
            </a:r>
            <a:r>
              <a:rPr lang="en-PH" sz="3600" dirty="0"/>
              <a:t>d</a:t>
            </a:r>
            <a:r>
              <a:rPr lang="en-PH" sz="5400" dirty="0"/>
              <a:t> = difference voltage </a:t>
            </a:r>
          </a:p>
          <a:p>
            <a:pPr marL="0" indent="0">
              <a:buNone/>
            </a:pPr>
            <a:r>
              <a:rPr lang="en-PH" sz="5400" dirty="0"/>
              <a:t>	V</a:t>
            </a:r>
            <a:r>
              <a:rPr lang="en-PH" sz="3600" dirty="0"/>
              <a:t>c</a:t>
            </a:r>
            <a:r>
              <a:rPr lang="en-PH" sz="5400" dirty="0"/>
              <a:t> = common voltage</a:t>
            </a:r>
            <a:br>
              <a:rPr lang="en-PH" sz="5400" dirty="0"/>
            </a:br>
            <a:r>
              <a:rPr lang="en-PH" sz="5400" dirty="0"/>
              <a:t>	A</a:t>
            </a:r>
            <a:r>
              <a:rPr lang="en-PH" sz="3600" dirty="0"/>
              <a:t>d</a:t>
            </a:r>
            <a:r>
              <a:rPr lang="en-PH" sz="5400" dirty="0"/>
              <a:t> = differential gain of the 					amplifier</a:t>
            </a:r>
            <a:br>
              <a:rPr lang="en-PH" sz="5400" dirty="0"/>
            </a:br>
            <a:r>
              <a:rPr lang="en-PH" sz="5400" dirty="0"/>
              <a:t>	A</a:t>
            </a:r>
            <a:r>
              <a:rPr lang="en-PH" sz="3600" dirty="0"/>
              <a:t>c</a:t>
            </a:r>
            <a:r>
              <a:rPr lang="en-PH" sz="5400" dirty="0"/>
              <a:t> = common-mode gain of the 				amplifier</a:t>
            </a:r>
          </a:p>
        </p:txBody>
      </p:sp>
    </p:spTree>
    <p:extLst>
      <p:ext uri="{BB962C8B-B14F-4D97-AF65-F5344CB8AC3E}">
        <p14:creationId xmlns:p14="http://schemas.microsoft.com/office/powerpoint/2010/main" val="9566158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7400" y="254000"/>
            <a:ext cx="10515600" cy="5969000"/>
          </a:xfrm>
        </p:spPr>
        <p:txBody>
          <a:bodyPr>
            <a:noAutofit/>
          </a:bodyPr>
          <a:lstStyle/>
          <a:p>
            <a:pPr marL="0" indent="0">
              <a:buNone/>
            </a:pPr>
            <a:r>
              <a:rPr lang="en-PH" sz="5400" b="1" dirty="0">
                <a:latin typeface="+mj-lt"/>
                <a:ea typeface="Raleway"/>
                <a:cs typeface="Raleway"/>
                <a:sym typeface="Raleway"/>
              </a:rPr>
              <a:t>Opposite Polarity Inputs</a:t>
            </a:r>
            <a:br>
              <a:rPr lang="en-PH" sz="6000" b="1" dirty="0">
                <a:solidFill>
                  <a:schemeClr val="tx2"/>
                </a:solidFill>
              </a:rPr>
            </a:br>
            <a:r>
              <a:rPr lang="en-PH" sz="5400" dirty="0"/>
              <a:t>If opposite polarity inputs applied to an op-amp are ideally opposite signals, V</a:t>
            </a:r>
            <a:r>
              <a:rPr lang="en-PH" sz="4400" dirty="0"/>
              <a:t>i</a:t>
            </a:r>
            <a:r>
              <a:rPr lang="en-PH" sz="3600" dirty="0"/>
              <a:t>1 </a:t>
            </a:r>
            <a:r>
              <a:rPr lang="en-PH" sz="5400" dirty="0"/>
              <a:t>= -V</a:t>
            </a:r>
            <a:r>
              <a:rPr lang="en-PH" sz="4400" dirty="0"/>
              <a:t>i</a:t>
            </a:r>
            <a:r>
              <a:rPr lang="en-PH" sz="3600" dirty="0"/>
              <a:t>2</a:t>
            </a:r>
            <a:r>
              <a:rPr lang="en-PH" sz="5400" dirty="0"/>
              <a:t> = V</a:t>
            </a:r>
            <a:r>
              <a:rPr lang="en-PH" sz="3600" dirty="0"/>
              <a:t>s</a:t>
            </a:r>
            <a:r>
              <a:rPr lang="en-PH" sz="5400" dirty="0"/>
              <a:t>, the resulting difference voltage is</a:t>
            </a:r>
          </a:p>
          <a:p>
            <a:pPr marL="0" indent="0">
              <a:buNone/>
            </a:pPr>
            <a:r>
              <a:rPr lang="en-PH" sz="2000" dirty="0"/>
              <a:t> </a:t>
            </a:r>
            <a:br>
              <a:rPr lang="en-PH" sz="5400" dirty="0"/>
            </a:br>
            <a:r>
              <a:rPr lang="en-PH" sz="5400" dirty="0"/>
              <a:t>	V</a:t>
            </a:r>
            <a:r>
              <a:rPr lang="en-PH" sz="3600" dirty="0"/>
              <a:t>d</a:t>
            </a:r>
            <a:r>
              <a:rPr lang="en-PH" sz="5400" dirty="0"/>
              <a:t> = V</a:t>
            </a:r>
            <a:r>
              <a:rPr lang="en-PH" sz="4400" dirty="0"/>
              <a:t>i</a:t>
            </a:r>
            <a:r>
              <a:rPr lang="en-PH" sz="3600" dirty="0"/>
              <a:t>1</a:t>
            </a:r>
            <a:r>
              <a:rPr lang="en-PH" sz="5400" dirty="0"/>
              <a:t> -V</a:t>
            </a:r>
            <a:r>
              <a:rPr lang="en-PH" sz="4400" dirty="0"/>
              <a:t>i</a:t>
            </a:r>
            <a:r>
              <a:rPr lang="en-PH" sz="3600" dirty="0"/>
              <a:t>2</a:t>
            </a:r>
            <a:r>
              <a:rPr lang="en-PH" sz="5400" dirty="0"/>
              <a:t> = V</a:t>
            </a:r>
            <a:r>
              <a:rPr lang="en-PH" sz="3600" dirty="0"/>
              <a:t>s</a:t>
            </a:r>
            <a:r>
              <a:rPr lang="en-PH" sz="5400" dirty="0"/>
              <a:t> - (-V</a:t>
            </a:r>
            <a:r>
              <a:rPr lang="en-PH" sz="3600" dirty="0"/>
              <a:t>s</a:t>
            </a:r>
            <a:r>
              <a:rPr lang="en-PH" sz="5400" dirty="0"/>
              <a:t>) = 2V</a:t>
            </a:r>
            <a:r>
              <a:rPr lang="en-PH" sz="3600" dirty="0"/>
              <a:t>s</a:t>
            </a:r>
            <a:endParaRPr lang="en-PH" sz="6000" dirty="0"/>
          </a:p>
        </p:txBody>
      </p:sp>
    </p:spTree>
    <p:extLst>
      <p:ext uri="{BB962C8B-B14F-4D97-AF65-F5344CB8AC3E}">
        <p14:creationId xmlns:p14="http://schemas.microsoft.com/office/powerpoint/2010/main" val="24111587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7400" y="254000"/>
            <a:ext cx="10515600" cy="5969000"/>
          </a:xfrm>
        </p:spPr>
        <p:txBody>
          <a:bodyPr>
            <a:noAutofit/>
          </a:bodyPr>
          <a:lstStyle/>
          <a:p>
            <a:pPr marL="0" indent="0">
              <a:buNone/>
            </a:pPr>
            <a:r>
              <a:rPr lang="en-PH" sz="5400" b="1" dirty="0">
                <a:latin typeface="+mj-lt"/>
                <a:ea typeface="Raleway"/>
                <a:cs typeface="Raleway"/>
                <a:sym typeface="Raleway"/>
              </a:rPr>
              <a:t>Opposite Polarity Inputs</a:t>
            </a:r>
            <a:br>
              <a:rPr lang="en-PH" sz="5400" b="1" dirty="0">
                <a:latin typeface="+mj-lt"/>
                <a:ea typeface="Raleway"/>
                <a:cs typeface="Raleway"/>
                <a:sym typeface="Raleway"/>
              </a:rPr>
            </a:br>
            <a:r>
              <a:rPr lang="en-PH" sz="4800" dirty="0"/>
              <a:t>while the resulting common voltage is </a:t>
            </a:r>
          </a:p>
          <a:p>
            <a:pPr marL="0" indent="0">
              <a:buNone/>
            </a:pPr>
            <a:r>
              <a:rPr lang="en-PH" sz="2000" dirty="0"/>
              <a:t> </a:t>
            </a:r>
          </a:p>
          <a:p>
            <a:pPr marL="0" indent="0">
              <a:buNone/>
            </a:pPr>
            <a:r>
              <a:rPr lang="en-PH" sz="5400" dirty="0"/>
              <a:t>V</a:t>
            </a:r>
            <a:r>
              <a:rPr lang="en-PH" sz="3600" dirty="0"/>
              <a:t>c</a:t>
            </a:r>
            <a:r>
              <a:rPr lang="en-PH" sz="5400" dirty="0"/>
              <a:t> = ½(V</a:t>
            </a:r>
            <a:r>
              <a:rPr lang="en-PH" sz="4400" dirty="0"/>
              <a:t>i</a:t>
            </a:r>
            <a:r>
              <a:rPr lang="en-PH" sz="3600" dirty="0"/>
              <a:t>1</a:t>
            </a:r>
            <a:r>
              <a:rPr lang="en-PH" sz="5400" dirty="0"/>
              <a:t> + V</a:t>
            </a:r>
            <a:r>
              <a:rPr lang="en-PH" sz="4400" dirty="0"/>
              <a:t>i</a:t>
            </a:r>
            <a:r>
              <a:rPr lang="en-PH" sz="3600" dirty="0"/>
              <a:t>2</a:t>
            </a:r>
            <a:r>
              <a:rPr lang="en-PH" sz="5400" dirty="0"/>
              <a:t>) = ½ [V</a:t>
            </a:r>
            <a:r>
              <a:rPr lang="en-PH" sz="3600" dirty="0"/>
              <a:t>s</a:t>
            </a:r>
            <a:r>
              <a:rPr lang="en-PH" sz="5400" dirty="0"/>
              <a:t> +(-V</a:t>
            </a:r>
            <a:r>
              <a:rPr lang="en-PH" sz="3600" dirty="0"/>
              <a:t>s</a:t>
            </a:r>
            <a:r>
              <a:rPr lang="en-PH" sz="5400" dirty="0"/>
              <a:t>)] = 0</a:t>
            </a:r>
          </a:p>
          <a:p>
            <a:pPr marL="0" indent="0">
              <a:buNone/>
            </a:pPr>
            <a:r>
              <a:rPr lang="en-PH" sz="4800" dirty="0"/>
              <a:t> </a:t>
            </a:r>
            <a:br>
              <a:rPr lang="en-PH" sz="5400" dirty="0"/>
            </a:br>
            <a:r>
              <a:rPr lang="en-PH" sz="4800" dirty="0"/>
              <a:t>so that the resulting output voltage is</a:t>
            </a:r>
          </a:p>
          <a:p>
            <a:pPr marL="0" indent="0">
              <a:buNone/>
            </a:pPr>
            <a:r>
              <a:rPr lang="en-PH" sz="2000" dirty="0"/>
              <a:t> </a:t>
            </a:r>
            <a:br>
              <a:rPr lang="en-PH" sz="4800" dirty="0"/>
            </a:br>
            <a:r>
              <a:rPr lang="it-IT" sz="5400" dirty="0"/>
              <a:t>V</a:t>
            </a:r>
            <a:r>
              <a:rPr lang="it-IT" sz="3600" dirty="0"/>
              <a:t>o</a:t>
            </a:r>
            <a:r>
              <a:rPr lang="it-IT" sz="5400" dirty="0"/>
              <a:t> = A</a:t>
            </a:r>
            <a:r>
              <a:rPr lang="it-IT" sz="3600" dirty="0"/>
              <a:t>d</a:t>
            </a:r>
            <a:r>
              <a:rPr lang="it-IT" sz="5400" dirty="0"/>
              <a:t>V</a:t>
            </a:r>
            <a:r>
              <a:rPr lang="it-IT" sz="3600" dirty="0"/>
              <a:t>d</a:t>
            </a:r>
            <a:r>
              <a:rPr lang="it-IT" sz="5400" dirty="0"/>
              <a:t> + A</a:t>
            </a:r>
            <a:r>
              <a:rPr lang="it-IT" sz="3600" dirty="0"/>
              <a:t>c</a:t>
            </a:r>
            <a:r>
              <a:rPr lang="it-IT" sz="5400" dirty="0"/>
              <a:t>V</a:t>
            </a:r>
            <a:r>
              <a:rPr lang="it-IT" sz="3600" dirty="0"/>
              <a:t>c </a:t>
            </a:r>
            <a:r>
              <a:rPr lang="it-IT" sz="5400" dirty="0"/>
              <a:t>= A</a:t>
            </a:r>
            <a:r>
              <a:rPr lang="it-IT" sz="3600" dirty="0"/>
              <a:t>d</a:t>
            </a:r>
            <a:r>
              <a:rPr lang="en-PH" sz="5400" dirty="0"/>
              <a:t>(2V</a:t>
            </a:r>
            <a:r>
              <a:rPr lang="en-PH" sz="3600" dirty="0"/>
              <a:t>s</a:t>
            </a:r>
            <a:r>
              <a:rPr lang="en-PH" sz="5400" dirty="0"/>
              <a:t>) + 0 = 2</a:t>
            </a:r>
            <a:r>
              <a:rPr lang="it-IT" sz="5400" dirty="0"/>
              <a:t>A</a:t>
            </a:r>
            <a:r>
              <a:rPr lang="it-IT" sz="3600" dirty="0"/>
              <a:t>d</a:t>
            </a:r>
            <a:r>
              <a:rPr lang="en-PH" sz="5400" dirty="0"/>
              <a:t>V</a:t>
            </a:r>
            <a:r>
              <a:rPr lang="en-PH" sz="3600" dirty="0"/>
              <a:t>s</a:t>
            </a:r>
            <a:endParaRPr lang="en-PH" sz="5400" dirty="0"/>
          </a:p>
          <a:p>
            <a:pPr marL="0" indent="0">
              <a:buNone/>
            </a:pPr>
            <a:br>
              <a:rPr lang="en-PH" sz="5400" dirty="0"/>
            </a:br>
            <a:endParaRPr lang="en-PH" sz="6000" dirty="0"/>
          </a:p>
        </p:txBody>
      </p:sp>
    </p:spTree>
    <p:extLst>
      <p:ext uri="{BB962C8B-B14F-4D97-AF65-F5344CB8AC3E}">
        <p14:creationId xmlns:p14="http://schemas.microsoft.com/office/powerpoint/2010/main" val="24866318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7400" y="254000"/>
            <a:ext cx="10515600" cy="5969000"/>
          </a:xfrm>
        </p:spPr>
        <p:txBody>
          <a:bodyPr>
            <a:noAutofit/>
          </a:bodyPr>
          <a:lstStyle/>
          <a:p>
            <a:pPr marL="0" indent="0">
              <a:buNone/>
            </a:pPr>
            <a:r>
              <a:rPr lang="en-PH" sz="5400" b="1" dirty="0">
                <a:latin typeface="+mj-lt"/>
                <a:ea typeface="Raleway"/>
                <a:cs typeface="Raleway"/>
                <a:sym typeface="Raleway"/>
              </a:rPr>
              <a:t>Opposite Polarity Inputs</a:t>
            </a:r>
            <a:br>
              <a:rPr lang="en-PH" sz="6000" b="1" dirty="0">
                <a:solidFill>
                  <a:schemeClr val="tx2"/>
                </a:solidFill>
              </a:rPr>
            </a:br>
            <a:r>
              <a:rPr lang="en-PH" sz="5400" dirty="0"/>
              <a:t>When the inputs are an ideal opposite signal (no common element), the output is the differential gain times twice the input signal applied to one of the</a:t>
            </a:r>
            <a:br>
              <a:rPr lang="en-PH" sz="5400" dirty="0"/>
            </a:br>
            <a:r>
              <a:rPr lang="en-PH" sz="5400" dirty="0"/>
              <a:t>inputs.</a:t>
            </a:r>
            <a:endParaRPr lang="en-PH" sz="6000" dirty="0"/>
          </a:p>
        </p:txBody>
      </p:sp>
    </p:spTree>
    <p:extLst>
      <p:ext uri="{BB962C8B-B14F-4D97-AF65-F5344CB8AC3E}">
        <p14:creationId xmlns:p14="http://schemas.microsoft.com/office/powerpoint/2010/main" val="38444830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7400" y="254000"/>
            <a:ext cx="10515600" cy="5969000"/>
          </a:xfrm>
        </p:spPr>
        <p:txBody>
          <a:bodyPr>
            <a:noAutofit/>
          </a:bodyPr>
          <a:lstStyle/>
          <a:p>
            <a:pPr marL="0" indent="0">
              <a:buNone/>
            </a:pPr>
            <a:r>
              <a:rPr lang="en-PH" sz="5400" b="1" dirty="0">
                <a:latin typeface="+mj-lt"/>
                <a:ea typeface="Raleway"/>
                <a:cs typeface="Raleway"/>
                <a:sym typeface="Raleway"/>
              </a:rPr>
              <a:t>Same Polarity Inputs</a:t>
            </a:r>
            <a:br>
              <a:rPr lang="en-PH" sz="6000" b="1" dirty="0">
                <a:solidFill>
                  <a:schemeClr val="tx2"/>
                </a:solidFill>
              </a:rPr>
            </a:br>
            <a:r>
              <a:rPr lang="en-PH" sz="5400" dirty="0"/>
              <a:t>If the same polarity inputs are applied to an op-amp, V</a:t>
            </a:r>
            <a:r>
              <a:rPr lang="en-PH" sz="4400" dirty="0"/>
              <a:t>i</a:t>
            </a:r>
            <a:r>
              <a:rPr lang="en-PH" sz="3600" dirty="0"/>
              <a:t>1</a:t>
            </a:r>
            <a:r>
              <a:rPr lang="en-PH" sz="5400" dirty="0"/>
              <a:t> = V</a:t>
            </a:r>
            <a:r>
              <a:rPr lang="en-PH" sz="4400" dirty="0"/>
              <a:t>i</a:t>
            </a:r>
            <a:r>
              <a:rPr lang="en-PH" sz="3600" dirty="0"/>
              <a:t>2 </a:t>
            </a:r>
            <a:r>
              <a:rPr lang="en-PH" sz="5400" dirty="0"/>
              <a:t>= V</a:t>
            </a:r>
            <a:r>
              <a:rPr lang="en-PH" sz="3600" dirty="0"/>
              <a:t>s</a:t>
            </a:r>
            <a:r>
              <a:rPr lang="en-PH" sz="5400" dirty="0"/>
              <a:t>, the resulting difference voltage is</a:t>
            </a:r>
            <a:br>
              <a:rPr lang="en-PH" sz="5400" dirty="0"/>
            </a:br>
            <a:endParaRPr lang="en-PH" sz="2000" dirty="0"/>
          </a:p>
          <a:p>
            <a:pPr marL="0" indent="0">
              <a:buNone/>
            </a:pPr>
            <a:r>
              <a:rPr lang="en-PH" sz="5400" dirty="0"/>
              <a:t>	 V</a:t>
            </a:r>
            <a:r>
              <a:rPr lang="en-PH" sz="3600" dirty="0"/>
              <a:t>d</a:t>
            </a:r>
            <a:r>
              <a:rPr lang="en-PH" sz="5400" dirty="0"/>
              <a:t> = V</a:t>
            </a:r>
            <a:r>
              <a:rPr lang="en-PH" sz="4400" dirty="0"/>
              <a:t>i</a:t>
            </a:r>
            <a:r>
              <a:rPr lang="en-PH" sz="3600" dirty="0"/>
              <a:t>1</a:t>
            </a:r>
            <a:r>
              <a:rPr lang="en-PH" sz="5400" dirty="0"/>
              <a:t> -V</a:t>
            </a:r>
            <a:r>
              <a:rPr lang="en-PH" sz="4400" dirty="0"/>
              <a:t>i</a:t>
            </a:r>
            <a:r>
              <a:rPr lang="en-PH" sz="3600" dirty="0"/>
              <a:t>2</a:t>
            </a:r>
            <a:r>
              <a:rPr lang="en-PH" sz="5400" dirty="0"/>
              <a:t> = V</a:t>
            </a:r>
            <a:r>
              <a:rPr lang="en-PH" sz="3600" dirty="0"/>
              <a:t>s</a:t>
            </a:r>
            <a:r>
              <a:rPr lang="en-PH" sz="5400" dirty="0"/>
              <a:t> - V</a:t>
            </a:r>
            <a:r>
              <a:rPr lang="en-PH" sz="3600" dirty="0"/>
              <a:t>s</a:t>
            </a:r>
            <a:r>
              <a:rPr lang="en-PH" sz="5400" dirty="0"/>
              <a:t> = 0</a:t>
            </a:r>
          </a:p>
        </p:txBody>
      </p:sp>
    </p:spTree>
    <p:extLst>
      <p:ext uri="{BB962C8B-B14F-4D97-AF65-F5344CB8AC3E}">
        <p14:creationId xmlns:p14="http://schemas.microsoft.com/office/powerpoint/2010/main" val="22863924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7400" y="254000"/>
            <a:ext cx="10515600" cy="5969000"/>
          </a:xfrm>
        </p:spPr>
        <p:txBody>
          <a:bodyPr>
            <a:noAutofit/>
          </a:bodyPr>
          <a:lstStyle/>
          <a:p>
            <a:pPr marL="0" indent="0">
              <a:buNone/>
            </a:pPr>
            <a:r>
              <a:rPr lang="en-PH" sz="4800" b="1" dirty="0">
                <a:latin typeface="+mj-lt"/>
                <a:ea typeface="Raleway"/>
                <a:cs typeface="Raleway"/>
                <a:sym typeface="Raleway"/>
              </a:rPr>
              <a:t>Same Polarity Inputs</a:t>
            </a:r>
            <a:br>
              <a:rPr lang="en-PH" sz="4800" b="1" dirty="0">
                <a:latin typeface="+mj-lt"/>
                <a:ea typeface="Raleway"/>
                <a:cs typeface="Raleway"/>
                <a:sym typeface="Raleway"/>
              </a:rPr>
            </a:br>
            <a:r>
              <a:rPr lang="en-PH" sz="4400" dirty="0"/>
              <a:t>while the resulting common voltage is</a:t>
            </a:r>
          </a:p>
          <a:p>
            <a:pPr marL="0" indent="0">
              <a:buNone/>
            </a:pPr>
            <a:r>
              <a:rPr lang="en-PH" sz="1800" dirty="0"/>
              <a:t> </a:t>
            </a:r>
            <a:br>
              <a:rPr lang="en-PH" sz="4800" dirty="0"/>
            </a:br>
            <a:r>
              <a:rPr lang="en-PH" sz="4800" dirty="0"/>
              <a:t>	V</a:t>
            </a:r>
            <a:r>
              <a:rPr lang="en-PH" sz="3200" dirty="0"/>
              <a:t>c</a:t>
            </a:r>
            <a:r>
              <a:rPr lang="en-PH" sz="4800" dirty="0"/>
              <a:t> = ½(V</a:t>
            </a:r>
            <a:r>
              <a:rPr lang="en-PH" sz="4000" dirty="0"/>
              <a:t>i</a:t>
            </a:r>
            <a:r>
              <a:rPr lang="en-PH" sz="3200" dirty="0"/>
              <a:t>1</a:t>
            </a:r>
            <a:r>
              <a:rPr lang="en-PH" sz="4800" dirty="0"/>
              <a:t> + V</a:t>
            </a:r>
            <a:r>
              <a:rPr lang="en-PH" sz="4000" dirty="0"/>
              <a:t>i</a:t>
            </a:r>
            <a:r>
              <a:rPr lang="en-PH" sz="3200" dirty="0"/>
              <a:t>2</a:t>
            </a:r>
            <a:r>
              <a:rPr lang="en-PH" sz="4800" dirty="0"/>
              <a:t>) = ½(V</a:t>
            </a:r>
            <a:r>
              <a:rPr lang="en-PH" sz="3200" dirty="0"/>
              <a:t>s </a:t>
            </a:r>
            <a:r>
              <a:rPr lang="en-PH" sz="4800" dirty="0"/>
              <a:t>+</a:t>
            </a:r>
            <a:r>
              <a:rPr lang="en-PH" sz="3200" dirty="0"/>
              <a:t> </a:t>
            </a:r>
            <a:r>
              <a:rPr lang="en-PH" sz="4800" dirty="0"/>
              <a:t>V</a:t>
            </a:r>
            <a:r>
              <a:rPr lang="en-PH" sz="3200" dirty="0"/>
              <a:t>s</a:t>
            </a:r>
            <a:r>
              <a:rPr lang="en-PH" sz="4800" dirty="0"/>
              <a:t>) = V</a:t>
            </a:r>
            <a:r>
              <a:rPr lang="en-PH" sz="3200" dirty="0"/>
              <a:t>s</a:t>
            </a:r>
            <a:endParaRPr lang="en-PH" sz="4800" dirty="0"/>
          </a:p>
          <a:p>
            <a:pPr marL="0" indent="0">
              <a:buNone/>
            </a:pPr>
            <a:endParaRPr lang="en-PH" sz="4800" dirty="0"/>
          </a:p>
          <a:p>
            <a:pPr marL="0" indent="0">
              <a:buNone/>
            </a:pPr>
            <a:r>
              <a:rPr lang="en-PH" sz="4400" dirty="0"/>
              <a:t>so that the resulting output voltage is</a:t>
            </a:r>
          </a:p>
          <a:p>
            <a:pPr marL="0" indent="0">
              <a:buNone/>
            </a:pPr>
            <a:r>
              <a:rPr lang="en-PH" sz="1800" dirty="0"/>
              <a:t> </a:t>
            </a:r>
            <a:r>
              <a:rPr lang="it-IT" sz="4800" dirty="0"/>
              <a:t>V</a:t>
            </a:r>
            <a:r>
              <a:rPr lang="it-IT" sz="3200" dirty="0"/>
              <a:t>o</a:t>
            </a:r>
            <a:r>
              <a:rPr lang="it-IT" sz="4800" dirty="0"/>
              <a:t> = A</a:t>
            </a:r>
            <a:r>
              <a:rPr lang="it-IT" sz="3200" dirty="0"/>
              <a:t>d</a:t>
            </a:r>
            <a:r>
              <a:rPr lang="it-IT" sz="4800" dirty="0"/>
              <a:t>V</a:t>
            </a:r>
            <a:r>
              <a:rPr lang="it-IT" sz="3200" dirty="0"/>
              <a:t>d</a:t>
            </a:r>
            <a:r>
              <a:rPr lang="it-IT" sz="4800" dirty="0"/>
              <a:t> + A</a:t>
            </a:r>
            <a:r>
              <a:rPr lang="it-IT" sz="3200" dirty="0"/>
              <a:t>c</a:t>
            </a:r>
            <a:r>
              <a:rPr lang="it-IT" sz="4800" dirty="0"/>
              <a:t>V</a:t>
            </a:r>
            <a:r>
              <a:rPr lang="it-IT" sz="3200" dirty="0"/>
              <a:t>c </a:t>
            </a:r>
          </a:p>
          <a:p>
            <a:pPr marL="0" indent="0">
              <a:buNone/>
            </a:pPr>
            <a:r>
              <a:rPr lang="it-IT" sz="4800" dirty="0"/>
              <a:t>	= A</a:t>
            </a:r>
            <a:r>
              <a:rPr lang="it-IT" sz="3200" dirty="0"/>
              <a:t>d</a:t>
            </a:r>
            <a:r>
              <a:rPr lang="it-IT" sz="4800" dirty="0"/>
              <a:t>(0)</a:t>
            </a:r>
            <a:r>
              <a:rPr lang="it-IT" sz="7200" dirty="0"/>
              <a:t> </a:t>
            </a:r>
            <a:r>
              <a:rPr lang="it-IT" sz="4800" dirty="0"/>
              <a:t>+ A</a:t>
            </a:r>
            <a:r>
              <a:rPr lang="it-IT" sz="3200" dirty="0"/>
              <a:t>c</a:t>
            </a:r>
            <a:r>
              <a:rPr lang="it-IT" sz="4800" dirty="0"/>
              <a:t>V</a:t>
            </a:r>
            <a:r>
              <a:rPr lang="it-IT" sz="3200" dirty="0"/>
              <a:t>s </a:t>
            </a:r>
            <a:r>
              <a:rPr lang="it-IT" sz="5400" dirty="0"/>
              <a:t>= </a:t>
            </a:r>
            <a:r>
              <a:rPr lang="it-IT" sz="4800" dirty="0"/>
              <a:t>A</a:t>
            </a:r>
            <a:r>
              <a:rPr lang="it-IT" sz="3200" dirty="0"/>
              <a:t>c</a:t>
            </a:r>
            <a:r>
              <a:rPr lang="it-IT" sz="4800" dirty="0"/>
              <a:t>V</a:t>
            </a:r>
            <a:r>
              <a:rPr lang="it-IT" sz="3200" dirty="0"/>
              <a:t>s</a:t>
            </a:r>
            <a:br>
              <a:rPr lang="en-PH" sz="4800" dirty="0"/>
            </a:br>
            <a:endParaRPr lang="en-PH" sz="4800" dirty="0"/>
          </a:p>
        </p:txBody>
      </p:sp>
    </p:spTree>
    <p:extLst>
      <p:ext uri="{BB962C8B-B14F-4D97-AF65-F5344CB8AC3E}">
        <p14:creationId xmlns:p14="http://schemas.microsoft.com/office/powerpoint/2010/main" val="26478044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7400" y="254000"/>
            <a:ext cx="10515600" cy="5969000"/>
          </a:xfrm>
        </p:spPr>
        <p:txBody>
          <a:bodyPr>
            <a:noAutofit/>
          </a:bodyPr>
          <a:lstStyle/>
          <a:p>
            <a:pPr marL="0" indent="0">
              <a:buNone/>
            </a:pPr>
            <a:r>
              <a:rPr lang="en-PH" sz="5400" b="1" dirty="0">
                <a:latin typeface="+mj-lt"/>
                <a:ea typeface="Raleway"/>
                <a:cs typeface="Raleway"/>
                <a:sym typeface="Raleway"/>
              </a:rPr>
              <a:t>Same Polarity Inputs</a:t>
            </a:r>
            <a:br>
              <a:rPr lang="en-PH" sz="6000" b="1" dirty="0">
                <a:solidFill>
                  <a:schemeClr val="tx2"/>
                </a:solidFill>
              </a:rPr>
            </a:br>
            <a:r>
              <a:rPr lang="en-PH" sz="5400" dirty="0"/>
              <a:t>When the inputs are ideal in-phase signals (no difference signal), the output is the common-mode gain times the input signal, V</a:t>
            </a:r>
            <a:r>
              <a:rPr lang="en-PH" sz="3600" dirty="0"/>
              <a:t>s</a:t>
            </a:r>
            <a:r>
              <a:rPr lang="en-PH" sz="5400" dirty="0"/>
              <a:t>, which shows that only common-mode operation occurs.</a:t>
            </a:r>
          </a:p>
        </p:txBody>
      </p:sp>
    </p:spTree>
    <p:extLst>
      <p:ext uri="{BB962C8B-B14F-4D97-AF65-F5344CB8AC3E}">
        <p14:creationId xmlns:p14="http://schemas.microsoft.com/office/powerpoint/2010/main" val="14441494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700" y="254000"/>
            <a:ext cx="11366500" cy="5969000"/>
          </a:xfrm>
        </p:spPr>
        <p:txBody>
          <a:bodyPr>
            <a:noAutofit/>
          </a:bodyPr>
          <a:lstStyle/>
          <a:p>
            <a:pPr marL="0" indent="0">
              <a:buNone/>
            </a:pPr>
            <a:r>
              <a:rPr lang="en-PH" sz="5400" b="1" dirty="0">
                <a:latin typeface="+mj-lt"/>
                <a:ea typeface="Raleway"/>
                <a:cs typeface="Raleway"/>
                <a:sym typeface="Raleway"/>
              </a:rPr>
              <a:t>Common-Mode Rejection</a:t>
            </a:r>
            <a:br>
              <a:rPr lang="en-PH" sz="6000" b="1" dirty="0">
                <a:solidFill>
                  <a:schemeClr val="tx2"/>
                </a:solidFill>
              </a:rPr>
            </a:br>
            <a:r>
              <a:rPr lang="en-PH" sz="4800" dirty="0"/>
              <a:t>To measure </a:t>
            </a:r>
            <a:r>
              <a:rPr lang="it-IT" sz="4800" dirty="0"/>
              <a:t>A</a:t>
            </a:r>
            <a:r>
              <a:rPr lang="it-IT" sz="3200" dirty="0"/>
              <a:t>d </a:t>
            </a:r>
            <a:r>
              <a:rPr lang="it-IT" sz="4800" dirty="0"/>
              <a:t>set</a:t>
            </a:r>
            <a:r>
              <a:rPr lang="it-IT" sz="3200" dirty="0"/>
              <a:t> </a:t>
            </a:r>
            <a:r>
              <a:rPr lang="en-PH" sz="4800" dirty="0"/>
              <a:t>V</a:t>
            </a:r>
            <a:r>
              <a:rPr lang="en-PH" sz="4000" dirty="0"/>
              <a:t>i</a:t>
            </a:r>
            <a:r>
              <a:rPr lang="en-PH" sz="3200" dirty="0"/>
              <a:t>1</a:t>
            </a:r>
            <a:r>
              <a:rPr lang="en-PH" sz="4800" dirty="0"/>
              <a:t> = -V</a:t>
            </a:r>
            <a:r>
              <a:rPr lang="en-PH" sz="4000" dirty="0"/>
              <a:t>i</a:t>
            </a:r>
            <a:r>
              <a:rPr lang="en-PH" sz="3200" dirty="0"/>
              <a:t>2 </a:t>
            </a:r>
            <a:r>
              <a:rPr lang="en-PH" sz="4800" dirty="0"/>
              <a:t>= V</a:t>
            </a:r>
            <a:r>
              <a:rPr lang="en-PH" sz="3200" dirty="0"/>
              <a:t>s</a:t>
            </a:r>
            <a:r>
              <a:rPr lang="en-PH" sz="4800" dirty="0"/>
              <a:t> = 0.5 V</a:t>
            </a:r>
          </a:p>
          <a:p>
            <a:pPr marL="0" indent="0">
              <a:buNone/>
            </a:pPr>
            <a:r>
              <a:rPr lang="en-PH" sz="1800" dirty="0"/>
              <a:t> </a:t>
            </a:r>
          </a:p>
          <a:p>
            <a:pPr marL="0" indent="0">
              <a:buNone/>
            </a:pPr>
            <a:r>
              <a:rPr lang="en-PH" sz="4800" dirty="0"/>
              <a:t>V</a:t>
            </a:r>
            <a:r>
              <a:rPr lang="en-PH" sz="3200" dirty="0"/>
              <a:t>d</a:t>
            </a:r>
            <a:r>
              <a:rPr lang="en-PH" sz="4800" dirty="0"/>
              <a:t> = (V</a:t>
            </a:r>
            <a:r>
              <a:rPr lang="en-PH" sz="4000" dirty="0"/>
              <a:t>i</a:t>
            </a:r>
            <a:r>
              <a:rPr lang="en-PH" sz="3200" dirty="0"/>
              <a:t>1</a:t>
            </a:r>
            <a:r>
              <a:rPr lang="en-PH" sz="4800" dirty="0"/>
              <a:t> – V</a:t>
            </a:r>
            <a:r>
              <a:rPr lang="en-PH" sz="4000" dirty="0"/>
              <a:t>i</a:t>
            </a:r>
            <a:r>
              <a:rPr lang="en-PH" sz="3200" dirty="0"/>
              <a:t>2</a:t>
            </a:r>
            <a:r>
              <a:rPr lang="en-PH" sz="4800" dirty="0"/>
              <a:t>) = [0.5V – (-0.5V)] = 1V  &amp;</a:t>
            </a:r>
          </a:p>
          <a:p>
            <a:pPr marL="0" indent="0">
              <a:buNone/>
            </a:pPr>
            <a:r>
              <a:rPr lang="en-PH" sz="4800" dirty="0"/>
              <a:t>V</a:t>
            </a:r>
            <a:r>
              <a:rPr lang="en-PH" sz="3200" dirty="0"/>
              <a:t>c</a:t>
            </a:r>
            <a:r>
              <a:rPr lang="en-PH" sz="4800" dirty="0"/>
              <a:t> = ½(V</a:t>
            </a:r>
            <a:r>
              <a:rPr lang="en-PH" sz="4000" dirty="0"/>
              <a:t>i</a:t>
            </a:r>
            <a:r>
              <a:rPr lang="en-PH" sz="3200" dirty="0"/>
              <a:t>1</a:t>
            </a:r>
            <a:r>
              <a:rPr lang="en-PH" sz="4800" dirty="0"/>
              <a:t> + V</a:t>
            </a:r>
            <a:r>
              <a:rPr lang="en-PH" sz="4000" dirty="0"/>
              <a:t>i</a:t>
            </a:r>
            <a:r>
              <a:rPr lang="en-PH" sz="3200" dirty="0"/>
              <a:t>2</a:t>
            </a:r>
            <a:r>
              <a:rPr lang="en-PH" sz="4800" dirty="0"/>
              <a:t>) = ½[0.5V + (-0.5V)] = 0V</a:t>
            </a:r>
          </a:p>
          <a:p>
            <a:pPr marL="0" indent="0">
              <a:buNone/>
            </a:pPr>
            <a:r>
              <a:rPr lang="en-PH" sz="1800" dirty="0"/>
              <a:t> </a:t>
            </a:r>
          </a:p>
          <a:p>
            <a:pPr marL="0" indent="0">
              <a:buNone/>
            </a:pPr>
            <a:r>
              <a:rPr lang="en-PH" sz="4800" dirty="0"/>
              <a:t>By substitution, the output voltage is</a:t>
            </a:r>
          </a:p>
          <a:p>
            <a:pPr marL="0" indent="0">
              <a:buNone/>
            </a:pPr>
            <a:r>
              <a:rPr lang="it-IT" sz="4800" dirty="0"/>
              <a:t>V</a:t>
            </a:r>
            <a:r>
              <a:rPr lang="it-IT" sz="3200" dirty="0"/>
              <a:t>o</a:t>
            </a:r>
            <a:r>
              <a:rPr lang="it-IT" sz="4800" dirty="0"/>
              <a:t> = A</a:t>
            </a:r>
            <a:r>
              <a:rPr lang="it-IT" sz="3200" dirty="0"/>
              <a:t>d</a:t>
            </a:r>
            <a:r>
              <a:rPr lang="it-IT" sz="4800" dirty="0"/>
              <a:t>V</a:t>
            </a:r>
            <a:r>
              <a:rPr lang="it-IT" sz="3200" dirty="0"/>
              <a:t>d</a:t>
            </a:r>
            <a:r>
              <a:rPr lang="it-IT" sz="4800" dirty="0"/>
              <a:t> + A</a:t>
            </a:r>
            <a:r>
              <a:rPr lang="it-IT" sz="3200" dirty="0"/>
              <a:t>c</a:t>
            </a:r>
            <a:r>
              <a:rPr lang="it-IT" sz="4800" dirty="0"/>
              <a:t>V</a:t>
            </a:r>
            <a:r>
              <a:rPr lang="it-IT" sz="3200" dirty="0"/>
              <a:t>c </a:t>
            </a:r>
            <a:r>
              <a:rPr lang="it-IT" sz="4800" dirty="0"/>
              <a:t>= A</a:t>
            </a:r>
            <a:r>
              <a:rPr lang="it-IT" sz="3200" dirty="0"/>
              <a:t>d</a:t>
            </a:r>
            <a:r>
              <a:rPr lang="it-IT" sz="4800" dirty="0"/>
              <a:t>(1V)</a:t>
            </a:r>
            <a:r>
              <a:rPr lang="it-IT" sz="7200" dirty="0"/>
              <a:t> </a:t>
            </a:r>
            <a:r>
              <a:rPr lang="it-IT" sz="4800" dirty="0"/>
              <a:t>+ A</a:t>
            </a:r>
            <a:r>
              <a:rPr lang="it-IT" sz="3200" dirty="0"/>
              <a:t>c</a:t>
            </a:r>
            <a:r>
              <a:rPr lang="it-IT" sz="4800" dirty="0"/>
              <a:t>(0) = A</a:t>
            </a:r>
            <a:r>
              <a:rPr lang="it-IT" sz="3200" dirty="0"/>
              <a:t>d</a:t>
            </a:r>
            <a:endParaRPr lang="en-PH" sz="4800" dirty="0"/>
          </a:p>
        </p:txBody>
      </p:sp>
    </p:spTree>
    <p:extLst>
      <p:ext uri="{BB962C8B-B14F-4D97-AF65-F5344CB8AC3E}">
        <p14:creationId xmlns:p14="http://schemas.microsoft.com/office/powerpoint/2010/main" val="272648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700" y="254000"/>
            <a:ext cx="11366500" cy="5969000"/>
          </a:xfrm>
        </p:spPr>
        <p:txBody>
          <a:bodyPr>
            <a:noAutofit/>
          </a:bodyPr>
          <a:lstStyle/>
          <a:p>
            <a:pPr marL="0" indent="0">
              <a:buNone/>
            </a:pPr>
            <a:r>
              <a:rPr lang="en-PH" sz="5400" b="1" dirty="0">
                <a:latin typeface="+mj-lt"/>
                <a:ea typeface="Raleway"/>
                <a:cs typeface="Raleway"/>
                <a:sym typeface="Raleway"/>
              </a:rPr>
              <a:t>Common-Mode Rejection</a:t>
            </a:r>
            <a:br>
              <a:rPr lang="en-PH" sz="5400" b="1" dirty="0">
                <a:latin typeface="+mj-lt"/>
                <a:ea typeface="Raleway"/>
                <a:cs typeface="Raleway"/>
                <a:sym typeface="Raleway"/>
              </a:rPr>
            </a:br>
            <a:r>
              <a:rPr lang="en-PH" sz="5400" dirty="0"/>
              <a:t>setting the input voltage to V</a:t>
            </a:r>
            <a:r>
              <a:rPr lang="en-PH" sz="4400" dirty="0"/>
              <a:t>i</a:t>
            </a:r>
            <a:r>
              <a:rPr lang="en-PH" sz="3600" dirty="0"/>
              <a:t>1</a:t>
            </a:r>
            <a:r>
              <a:rPr lang="en-PH" sz="5400" dirty="0"/>
              <a:t> = -V</a:t>
            </a:r>
            <a:r>
              <a:rPr lang="en-PH" sz="4400" dirty="0"/>
              <a:t>i</a:t>
            </a:r>
            <a:r>
              <a:rPr lang="en-PH" sz="3600" dirty="0"/>
              <a:t>2 </a:t>
            </a:r>
            <a:r>
              <a:rPr lang="en-PH" sz="5400" dirty="0"/>
              <a:t>= V</a:t>
            </a:r>
            <a:r>
              <a:rPr lang="en-PH" sz="3600" dirty="0"/>
              <a:t>s</a:t>
            </a:r>
            <a:r>
              <a:rPr lang="en-PH" sz="5400" dirty="0"/>
              <a:t> = 0.5 V results in an output voltage numerically equal to the value of </a:t>
            </a:r>
            <a:r>
              <a:rPr lang="it-IT" sz="5400" dirty="0"/>
              <a:t>A</a:t>
            </a:r>
            <a:r>
              <a:rPr lang="it-IT" sz="3600" dirty="0"/>
              <a:t>d.</a:t>
            </a:r>
            <a:endParaRPr lang="en-PH" sz="5400" dirty="0"/>
          </a:p>
          <a:p>
            <a:pPr marL="0" indent="0">
              <a:buNone/>
            </a:pPr>
            <a:endParaRPr lang="en-PH" sz="5400" dirty="0"/>
          </a:p>
          <a:p>
            <a:pPr marL="0" indent="0">
              <a:buNone/>
            </a:pPr>
            <a:endParaRPr lang="en-PH" sz="6000" b="1" dirty="0">
              <a:solidFill>
                <a:schemeClr val="tx2"/>
              </a:solidFill>
            </a:endParaRPr>
          </a:p>
        </p:txBody>
      </p:sp>
    </p:spTree>
    <p:extLst>
      <p:ext uri="{BB962C8B-B14F-4D97-AF65-F5344CB8AC3E}">
        <p14:creationId xmlns:p14="http://schemas.microsoft.com/office/powerpoint/2010/main" val="3499945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1547" y="253999"/>
            <a:ext cx="11741427" cy="6226313"/>
          </a:xfrm>
        </p:spPr>
        <p:txBody>
          <a:bodyPr>
            <a:noAutofit/>
          </a:bodyPr>
          <a:lstStyle/>
          <a:p>
            <a:pPr marL="0" indent="0">
              <a:buNone/>
            </a:pPr>
            <a:r>
              <a:rPr lang="en-PH" sz="5400" b="1" dirty="0">
                <a:latin typeface="+mj-lt"/>
                <a:ea typeface="Raleway"/>
                <a:cs typeface="Raleway"/>
                <a:sym typeface="Raleway"/>
              </a:rPr>
              <a:t>Common-Mode Rejection</a:t>
            </a:r>
            <a:br>
              <a:rPr lang="en-PH" sz="6000" b="1" dirty="0">
                <a:solidFill>
                  <a:schemeClr val="tx2"/>
                </a:solidFill>
              </a:rPr>
            </a:br>
            <a:r>
              <a:rPr lang="en-PH" sz="5400" dirty="0"/>
              <a:t>To measure </a:t>
            </a:r>
            <a:r>
              <a:rPr lang="it-IT" sz="5400" dirty="0"/>
              <a:t>A</a:t>
            </a:r>
            <a:r>
              <a:rPr lang="it-IT" sz="3600" dirty="0"/>
              <a:t>c </a:t>
            </a:r>
            <a:r>
              <a:rPr lang="it-IT" sz="5400" dirty="0"/>
              <a:t>set</a:t>
            </a:r>
            <a:r>
              <a:rPr lang="it-IT" sz="3600" dirty="0"/>
              <a:t> </a:t>
            </a:r>
            <a:r>
              <a:rPr lang="en-PH" sz="5400" dirty="0"/>
              <a:t>V</a:t>
            </a:r>
            <a:r>
              <a:rPr lang="en-PH" sz="4400" dirty="0"/>
              <a:t>i</a:t>
            </a:r>
            <a:r>
              <a:rPr lang="en-PH" sz="3600" dirty="0"/>
              <a:t>1</a:t>
            </a:r>
            <a:r>
              <a:rPr lang="en-PH" sz="5400" dirty="0"/>
              <a:t> = V</a:t>
            </a:r>
            <a:r>
              <a:rPr lang="en-PH" sz="4400" dirty="0"/>
              <a:t>i</a:t>
            </a:r>
            <a:r>
              <a:rPr lang="en-PH" sz="3600" dirty="0"/>
              <a:t>2 </a:t>
            </a:r>
            <a:r>
              <a:rPr lang="en-PH" sz="5400" dirty="0"/>
              <a:t>= V</a:t>
            </a:r>
            <a:r>
              <a:rPr lang="en-PH" sz="3600" dirty="0"/>
              <a:t>s</a:t>
            </a:r>
            <a:r>
              <a:rPr lang="en-PH" sz="5400" dirty="0"/>
              <a:t> = 1 V</a:t>
            </a:r>
          </a:p>
          <a:p>
            <a:pPr marL="0" indent="0">
              <a:buNone/>
            </a:pPr>
            <a:r>
              <a:rPr lang="en-PH" sz="2000" dirty="0"/>
              <a:t> </a:t>
            </a:r>
          </a:p>
          <a:p>
            <a:pPr marL="0" indent="0">
              <a:buNone/>
            </a:pPr>
            <a:r>
              <a:rPr lang="en-PH" sz="5400" dirty="0"/>
              <a:t>V</a:t>
            </a:r>
            <a:r>
              <a:rPr lang="en-PH" sz="3600" dirty="0"/>
              <a:t>d</a:t>
            </a:r>
            <a:r>
              <a:rPr lang="en-PH" sz="5400" dirty="0"/>
              <a:t> = (V</a:t>
            </a:r>
            <a:r>
              <a:rPr lang="en-PH" sz="4400" dirty="0"/>
              <a:t>i</a:t>
            </a:r>
            <a:r>
              <a:rPr lang="en-PH" sz="3600" dirty="0"/>
              <a:t>1</a:t>
            </a:r>
            <a:r>
              <a:rPr lang="en-PH" sz="5400" dirty="0"/>
              <a:t> – V</a:t>
            </a:r>
            <a:r>
              <a:rPr lang="en-PH" sz="4400" dirty="0"/>
              <a:t>i</a:t>
            </a:r>
            <a:r>
              <a:rPr lang="en-PH" sz="3600" dirty="0"/>
              <a:t>2</a:t>
            </a:r>
            <a:r>
              <a:rPr lang="en-PH" sz="5400" dirty="0"/>
              <a:t>) = (1V – 1V) = 0V  &amp;</a:t>
            </a:r>
          </a:p>
          <a:p>
            <a:pPr marL="0" indent="0">
              <a:buNone/>
            </a:pPr>
            <a:r>
              <a:rPr lang="en-PH" sz="5400" dirty="0"/>
              <a:t>V</a:t>
            </a:r>
            <a:r>
              <a:rPr lang="en-PH" sz="3600" dirty="0"/>
              <a:t>c</a:t>
            </a:r>
            <a:r>
              <a:rPr lang="en-PH" sz="5400" dirty="0"/>
              <a:t> = ½(V</a:t>
            </a:r>
            <a:r>
              <a:rPr lang="en-PH" sz="4400" dirty="0"/>
              <a:t>i</a:t>
            </a:r>
            <a:r>
              <a:rPr lang="en-PH" sz="3600" dirty="0"/>
              <a:t>1</a:t>
            </a:r>
            <a:r>
              <a:rPr lang="en-PH" sz="5400" dirty="0"/>
              <a:t> + V</a:t>
            </a:r>
            <a:r>
              <a:rPr lang="en-PH" sz="4400" dirty="0"/>
              <a:t>i</a:t>
            </a:r>
            <a:r>
              <a:rPr lang="en-PH" sz="3600" dirty="0"/>
              <a:t>2</a:t>
            </a:r>
            <a:r>
              <a:rPr lang="en-PH" sz="5400" dirty="0"/>
              <a:t>) = ½(1V + 1V) = 1V</a:t>
            </a:r>
          </a:p>
          <a:p>
            <a:pPr marL="0" indent="0">
              <a:buNone/>
            </a:pPr>
            <a:r>
              <a:rPr lang="en-PH" sz="5400" dirty="0"/>
              <a:t>By substitution, the output voltage is</a:t>
            </a:r>
          </a:p>
          <a:p>
            <a:pPr marL="0" indent="0">
              <a:buNone/>
            </a:pPr>
            <a:r>
              <a:rPr lang="it-IT" sz="5400" dirty="0"/>
              <a:t>V</a:t>
            </a:r>
            <a:r>
              <a:rPr lang="it-IT" sz="3600" dirty="0"/>
              <a:t>o</a:t>
            </a:r>
            <a:r>
              <a:rPr lang="it-IT" sz="5400" dirty="0"/>
              <a:t> = A</a:t>
            </a:r>
            <a:r>
              <a:rPr lang="it-IT" sz="3600" dirty="0"/>
              <a:t>d</a:t>
            </a:r>
            <a:r>
              <a:rPr lang="it-IT" sz="5400" dirty="0"/>
              <a:t>V</a:t>
            </a:r>
            <a:r>
              <a:rPr lang="it-IT" sz="3600" dirty="0"/>
              <a:t>d</a:t>
            </a:r>
            <a:r>
              <a:rPr lang="it-IT" sz="5400" dirty="0"/>
              <a:t> + A</a:t>
            </a:r>
            <a:r>
              <a:rPr lang="it-IT" sz="3600" dirty="0"/>
              <a:t>c</a:t>
            </a:r>
            <a:r>
              <a:rPr lang="it-IT" sz="5400" dirty="0"/>
              <a:t>V</a:t>
            </a:r>
            <a:r>
              <a:rPr lang="it-IT" sz="3600" dirty="0"/>
              <a:t>c </a:t>
            </a:r>
            <a:r>
              <a:rPr lang="it-IT" sz="5400" dirty="0"/>
              <a:t>= A</a:t>
            </a:r>
            <a:r>
              <a:rPr lang="it-IT" sz="3600" dirty="0"/>
              <a:t>d</a:t>
            </a:r>
            <a:r>
              <a:rPr lang="it-IT" sz="5400" dirty="0"/>
              <a:t>(0V)</a:t>
            </a:r>
            <a:r>
              <a:rPr lang="it-IT" sz="8000" dirty="0"/>
              <a:t> </a:t>
            </a:r>
            <a:r>
              <a:rPr lang="it-IT" sz="5400" dirty="0"/>
              <a:t>+ A</a:t>
            </a:r>
            <a:r>
              <a:rPr lang="it-IT" sz="3600" dirty="0"/>
              <a:t>c</a:t>
            </a:r>
            <a:r>
              <a:rPr lang="it-IT" sz="5400" dirty="0"/>
              <a:t>(1V) = A</a:t>
            </a:r>
            <a:r>
              <a:rPr lang="it-IT" sz="3600" dirty="0"/>
              <a:t>c</a:t>
            </a:r>
            <a:endParaRPr lang="en-PH" sz="5400" dirty="0"/>
          </a:p>
          <a:p>
            <a:pPr marL="0" indent="0">
              <a:buNone/>
            </a:pPr>
            <a:endParaRPr lang="en-PH" sz="6000" b="1" dirty="0">
              <a:solidFill>
                <a:schemeClr val="tx2"/>
              </a:solidFill>
            </a:endParaRPr>
          </a:p>
        </p:txBody>
      </p:sp>
    </p:spTree>
    <p:extLst>
      <p:ext uri="{BB962C8B-B14F-4D97-AF65-F5344CB8AC3E}">
        <p14:creationId xmlns:p14="http://schemas.microsoft.com/office/powerpoint/2010/main" val="27052352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700" y="254000"/>
            <a:ext cx="11366500" cy="5969000"/>
          </a:xfrm>
        </p:spPr>
        <p:txBody>
          <a:bodyPr>
            <a:noAutofit/>
          </a:bodyPr>
          <a:lstStyle/>
          <a:p>
            <a:pPr marL="0" indent="0">
              <a:buNone/>
            </a:pPr>
            <a:r>
              <a:rPr lang="en-PH" sz="5400" b="1" dirty="0">
                <a:latin typeface="+mj-lt"/>
                <a:ea typeface="Raleway"/>
                <a:cs typeface="Raleway"/>
                <a:sym typeface="Raleway"/>
              </a:rPr>
              <a:t>Common-Mode Rejection</a:t>
            </a:r>
          </a:p>
          <a:p>
            <a:pPr marL="0" indent="0">
              <a:buNone/>
            </a:pPr>
            <a:r>
              <a:rPr lang="en-PH" b="1" dirty="0">
                <a:latin typeface="+mj-lt"/>
                <a:ea typeface="Raleway"/>
                <a:cs typeface="Raleway"/>
                <a:sym typeface="Raleway"/>
              </a:rPr>
              <a:t> </a:t>
            </a:r>
            <a:br>
              <a:rPr lang="en-PH" sz="5400" b="1" dirty="0">
                <a:latin typeface="+mj-lt"/>
                <a:ea typeface="Raleway"/>
                <a:cs typeface="Raleway"/>
                <a:sym typeface="Raleway"/>
              </a:rPr>
            </a:br>
            <a:r>
              <a:rPr lang="en-PH" sz="5400" dirty="0"/>
              <a:t>setting the input voltage to V</a:t>
            </a:r>
            <a:r>
              <a:rPr lang="en-PH" sz="4400" dirty="0"/>
              <a:t>i</a:t>
            </a:r>
            <a:r>
              <a:rPr lang="en-PH" sz="3600" dirty="0"/>
              <a:t>1</a:t>
            </a:r>
            <a:r>
              <a:rPr lang="en-PH" sz="5400" dirty="0"/>
              <a:t> = V</a:t>
            </a:r>
            <a:r>
              <a:rPr lang="en-PH" sz="4400" dirty="0"/>
              <a:t>i</a:t>
            </a:r>
            <a:r>
              <a:rPr lang="en-PH" sz="3600" dirty="0"/>
              <a:t>2 </a:t>
            </a:r>
            <a:r>
              <a:rPr lang="en-PH" sz="5400" dirty="0"/>
              <a:t>= V</a:t>
            </a:r>
            <a:r>
              <a:rPr lang="en-PH" sz="3600" dirty="0"/>
              <a:t>s</a:t>
            </a:r>
            <a:r>
              <a:rPr lang="en-PH" sz="5400" dirty="0"/>
              <a:t> = 1V results in an output voltage numerically equal to the value of </a:t>
            </a:r>
            <a:r>
              <a:rPr lang="it-IT" sz="5400" dirty="0"/>
              <a:t>A</a:t>
            </a:r>
            <a:r>
              <a:rPr lang="it-IT" sz="3600" dirty="0"/>
              <a:t>c.</a:t>
            </a:r>
            <a:endParaRPr lang="en-PH" sz="5400" dirty="0"/>
          </a:p>
        </p:txBody>
      </p:sp>
    </p:spTree>
    <p:extLst>
      <p:ext uri="{BB962C8B-B14F-4D97-AF65-F5344CB8AC3E}">
        <p14:creationId xmlns:p14="http://schemas.microsoft.com/office/powerpoint/2010/main" val="9401433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700" y="254000"/>
            <a:ext cx="11366500" cy="5969000"/>
          </a:xfrm>
        </p:spPr>
        <p:txBody>
          <a:bodyPr>
            <a:noAutofit/>
          </a:bodyPr>
          <a:lstStyle/>
          <a:p>
            <a:pPr marL="0" indent="0">
              <a:buNone/>
            </a:pPr>
            <a:r>
              <a:rPr lang="en-PH" sz="5400" b="1" dirty="0">
                <a:latin typeface="+mj-lt"/>
                <a:ea typeface="Raleway"/>
                <a:cs typeface="Raleway"/>
                <a:sym typeface="Raleway"/>
              </a:rPr>
              <a:t>Common-Mode Rejection Ratio</a:t>
            </a:r>
            <a:br>
              <a:rPr lang="en-PH" sz="5400" b="1" dirty="0">
                <a:latin typeface="+mj-lt"/>
                <a:ea typeface="Raleway"/>
                <a:cs typeface="Raleway"/>
                <a:sym typeface="Raleway"/>
              </a:rPr>
            </a:br>
            <a:r>
              <a:rPr lang="en-PH" sz="5400" dirty="0"/>
              <a:t>Having obtained A</a:t>
            </a:r>
            <a:r>
              <a:rPr lang="en-PH" sz="3600" dirty="0"/>
              <a:t>d</a:t>
            </a:r>
            <a:r>
              <a:rPr lang="en-PH" sz="5400" dirty="0"/>
              <a:t> and A</a:t>
            </a:r>
            <a:r>
              <a:rPr lang="en-PH" sz="3600" dirty="0"/>
              <a:t>c</a:t>
            </a:r>
            <a:r>
              <a:rPr lang="en-PH" sz="5400" dirty="0"/>
              <a:t>, we can now calculate a value for the common-mode rejection ratio (CMRR), which is</a:t>
            </a:r>
          </a:p>
          <a:p>
            <a:pPr marL="0" indent="0">
              <a:buNone/>
            </a:pPr>
            <a:endParaRPr lang="en-PH" sz="5400" dirty="0"/>
          </a:p>
          <a:p>
            <a:pPr marL="0" indent="0">
              <a:buNone/>
            </a:pPr>
            <a:r>
              <a:rPr lang="en-PH" sz="5400" dirty="0"/>
              <a:t>		CMRR =</a:t>
            </a:r>
            <a:endParaRPr lang="en-PH" sz="3600" dirty="0"/>
          </a:p>
        </p:txBody>
      </p:sp>
      <p:pic>
        <p:nvPicPr>
          <p:cNvPr id="2" name="Picture 1"/>
          <p:cNvPicPr>
            <a:picLocks noChangeAspect="1"/>
          </p:cNvPicPr>
          <p:nvPr/>
        </p:nvPicPr>
        <p:blipFill>
          <a:blip r:embed="rId2"/>
          <a:stretch>
            <a:fillRect/>
          </a:stretch>
        </p:blipFill>
        <p:spPr>
          <a:xfrm>
            <a:off x="4978467" y="4766839"/>
            <a:ext cx="1357313" cy="1442909"/>
          </a:xfrm>
          <a:prstGeom prst="rect">
            <a:avLst/>
          </a:prstGeom>
        </p:spPr>
      </p:pic>
    </p:spTree>
    <p:extLst>
      <p:ext uri="{BB962C8B-B14F-4D97-AF65-F5344CB8AC3E}">
        <p14:creationId xmlns:p14="http://schemas.microsoft.com/office/powerpoint/2010/main" val="8717206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700" y="254000"/>
            <a:ext cx="11366500" cy="5969000"/>
          </a:xfrm>
        </p:spPr>
        <p:txBody>
          <a:bodyPr>
            <a:noAutofit/>
          </a:bodyPr>
          <a:lstStyle/>
          <a:p>
            <a:pPr marL="0" indent="0">
              <a:buNone/>
            </a:pPr>
            <a:r>
              <a:rPr lang="en-PH" sz="5400" b="1" dirty="0">
                <a:latin typeface="+mj-lt"/>
                <a:ea typeface="Raleway"/>
                <a:cs typeface="Raleway"/>
                <a:sym typeface="Raleway"/>
              </a:rPr>
              <a:t>Common-Mode Rejection Ratio</a:t>
            </a:r>
            <a:br>
              <a:rPr lang="en-PH" sz="6000" b="1" dirty="0">
                <a:solidFill>
                  <a:schemeClr val="tx2"/>
                </a:solidFill>
              </a:rPr>
            </a:br>
            <a:r>
              <a:rPr lang="en-PH" sz="5400" dirty="0"/>
              <a:t>The value of CMRR can also be expressed in logarithmic terms as</a:t>
            </a:r>
            <a:endParaRPr lang="en-PH" sz="5400" b="1" dirty="0">
              <a:solidFill>
                <a:schemeClr val="tx2"/>
              </a:solidFill>
            </a:endParaRPr>
          </a:p>
          <a:p>
            <a:pPr marL="0" indent="0">
              <a:buNone/>
            </a:pPr>
            <a:endParaRPr lang="en-PH" sz="4800" dirty="0"/>
          </a:p>
          <a:p>
            <a:pPr marL="0" indent="0">
              <a:buNone/>
            </a:pPr>
            <a:r>
              <a:rPr lang="en-PH" sz="5400" dirty="0"/>
              <a:t>		CMRR (log) = 20 log</a:t>
            </a:r>
            <a:r>
              <a:rPr lang="en-PH" dirty="0"/>
              <a:t>10</a:t>
            </a:r>
            <a:endParaRPr lang="en-PH" sz="1600" dirty="0"/>
          </a:p>
        </p:txBody>
      </p:sp>
      <p:pic>
        <p:nvPicPr>
          <p:cNvPr id="2" name="Picture 1"/>
          <p:cNvPicPr>
            <a:picLocks noChangeAspect="1"/>
          </p:cNvPicPr>
          <p:nvPr/>
        </p:nvPicPr>
        <p:blipFill>
          <a:blip r:embed="rId2"/>
          <a:stretch>
            <a:fillRect/>
          </a:stretch>
        </p:blipFill>
        <p:spPr>
          <a:xfrm>
            <a:off x="8667542" y="3132483"/>
            <a:ext cx="1357313" cy="1442909"/>
          </a:xfrm>
          <a:prstGeom prst="rect">
            <a:avLst/>
          </a:prstGeom>
        </p:spPr>
      </p:pic>
    </p:spTree>
    <p:extLst>
      <p:ext uri="{BB962C8B-B14F-4D97-AF65-F5344CB8AC3E}">
        <p14:creationId xmlns:p14="http://schemas.microsoft.com/office/powerpoint/2010/main" val="24493145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782981" y="1249419"/>
            <a:ext cx="8082110" cy="2790371"/>
          </a:xfrm>
          <a:prstGeom prst="rect">
            <a:avLst/>
          </a:prstGeom>
        </p:spPr>
      </p:pic>
      <p:sp>
        <p:nvSpPr>
          <p:cNvPr id="3" name="Content Placeholder 2"/>
          <p:cNvSpPr>
            <a:spLocks noGrp="1"/>
          </p:cNvSpPr>
          <p:nvPr>
            <p:ph idx="1"/>
          </p:nvPr>
        </p:nvSpPr>
        <p:spPr>
          <a:xfrm>
            <a:off x="333829" y="174171"/>
            <a:ext cx="11393714" cy="6458858"/>
          </a:xfrm>
        </p:spPr>
        <p:txBody>
          <a:bodyPr>
            <a:normAutofit/>
          </a:bodyPr>
          <a:lstStyle/>
          <a:p>
            <a:pPr marL="0" indent="0">
              <a:buNone/>
            </a:pPr>
            <a:r>
              <a:rPr lang="en-PH" sz="4400" dirty="0"/>
              <a:t>Calculate the CMRR for the circuit measurements </a:t>
            </a:r>
          </a:p>
        </p:txBody>
      </p:sp>
      <p:pic>
        <p:nvPicPr>
          <p:cNvPr id="6" name="Picture 5"/>
          <p:cNvPicPr>
            <a:picLocks noChangeAspect="1"/>
          </p:cNvPicPr>
          <p:nvPr/>
        </p:nvPicPr>
        <p:blipFill>
          <a:blip r:embed="rId3"/>
          <a:stretch>
            <a:fillRect/>
          </a:stretch>
        </p:blipFill>
        <p:spPr>
          <a:xfrm>
            <a:off x="1653040" y="3721739"/>
            <a:ext cx="8212051" cy="3136261"/>
          </a:xfrm>
          <a:prstGeom prst="rect">
            <a:avLst/>
          </a:prstGeom>
        </p:spPr>
      </p:pic>
    </p:spTree>
    <p:extLst>
      <p:ext uri="{BB962C8B-B14F-4D97-AF65-F5344CB8AC3E}">
        <p14:creationId xmlns:p14="http://schemas.microsoft.com/office/powerpoint/2010/main" val="14999567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3829" y="174171"/>
            <a:ext cx="11393714" cy="6458858"/>
          </a:xfrm>
        </p:spPr>
        <p:txBody>
          <a:bodyPr>
            <a:normAutofit/>
          </a:bodyPr>
          <a:lstStyle/>
          <a:p>
            <a:pPr marL="0" indent="0">
              <a:buNone/>
            </a:pPr>
            <a:r>
              <a:rPr lang="en-PH" sz="4400" dirty="0"/>
              <a:t>Calculate the CMRR for the circuit measurements</a:t>
            </a:r>
          </a:p>
          <a:p>
            <a:pPr marL="0" indent="0">
              <a:buNone/>
            </a:pPr>
            <a:r>
              <a:rPr lang="en-PH" sz="4400" dirty="0"/>
              <a:t>	</a:t>
            </a:r>
            <a:r>
              <a:rPr lang="en-PH" sz="5400" dirty="0"/>
              <a:t>for A</a:t>
            </a:r>
            <a:r>
              <a:rPr lang="en-PH" sz="3600" dirty="0"/>
              <a:t>d</a:t>
            </a:r>
            <a:r>
              <a:rPr lang="en-PH" sz="5400" dirty="0"/>
              <a:t>:</a:t>
            </a:r>
            <a:r>
              <a:rPr lang="en-PH" sz="4400" dirty="0"/>
              <a:t>	 </a:t>
            </a:r>
          </a:p>
          <a:p>
            <a:pPr marL="0" indent="0">
              <a:buNone/>
            </a:pPr>
            <a:endParaRPr lang="en-PH" sz="4400" dirty="0"/>
          </a:p>
          <a:p>
            <a:pPr marL="0" indent="0">
              <a:buNone/>
            </a:pPr>
            <a:r>
              <a:rPr lang="en-PH" sz="4400" dirty="0"/>
              <a:t>	</a:t>
            </a:r>
            <a:r>
              <a:rPr lang="en-PH" sz="5400" dirty="0"/>
              <a:t>for A</a:t>
            </a:r>
            <a:r>
              <a:rPr lang="en-PH" sz="4400" dirty="0"/>
              <a:t>c:</a:t>
            </a:r>
            <a:r>
              <a:rPr lang="en-PH" sz="3600" dirty="0"/>
              <a:t>	</a:t>
            </a:r>
            <a:endParaRPr lang="en-PH" sz="4400" dirty="0"/>
          </a:p>
        </p:txBody>
      </p:sp>
      <p:pic>
        <p:nvPicPr>
          <p:cNvPr id="4" name="Picture 3"/>
          <p:cNvPicPr>
            <a:picLocks noChangeAspect="1"/>
          </p:cNvPicPr>
          <p:nvPr/>
        </p:nvPicPr>
        <p:blipFill>
          <a:blip r:embed="rId2"/>
          <a:stretch>
            <a:fillRect/>
          </a:stretch>
        </p:blipFill>
        <p:spPr>
          <a:xfrm>
            <a:off x="3908435" y="1627758"/>
            <a:ext cx="4791931" cy="1155198"/>
          </a:xfrm>
          <a:prstGeom prst="rect">
            <a:avLst/>
          </a:prstGeom>
        </p:spPr>
      </p:pic>
      <p:pic>
        <p:nvPicPr>
          <p:cNvPr id="25" name="Picture 24"/>
          <p:cNvPicPr>
            <a:picLocks noChangeAspect="1"/>
          </p:cNvPicPr>
          <p:nvPr/>
        </p:nvPicPr>
        <p:blipFill>
          <a:blip r:embed="rId3"/>
          <a:stretch>
            <a:fillRect/>
          </a:stretch>
        </p:blipFill>
        <p:spPr>
          <a:xfrm>
            <a:off x="3780494" y="3127602"/>
            <a:ext cx="4791931" cy="1147514"/>
          </a:xfrm>
          <a:prstGeom prst="rect">
            <a:avLst/>
          </a:prstGeom>
        </p:spPr>
      </p:pic>
      <p:pic>
        <p:nvPicPr>
          <p:cNvPr id="27" name="Picture 26"/>
          <p:cNvPicPr>
            <a:picLocks noChangeAspect="1"/>
          </p:cNvPicPr>
          <p:nvPr/>
        </p:nvPicPr>
        <p:blipFill>
          <a:blip r:embed="rId4"/>
          <a:stretch>
            <a:fillRect/>
          </a:stretch>
        </p:blipFill>
        <p:spPr>
          <a:xfrm>
            <a:off x="2411068" y="4275116"/>
            <a:ext cx="5735411" cy="1199754"/>
          </a:xfrm>
          <a:prstGeom prst="rect">
            <a:avLst/>
          </a:prstGeom>
        </p:spPr>
      </p:pic>
      <p:pic>
        <p:nvPicPr>
          <p:cNvPr id="28" name="Picture 27"/>
          <p:cNvPicPr>
            <a:picLocks noChangeAspect="1"/>
          </p:cNvPicPr>
          <p:nvPr/>
        </p:nvPicPr>
        <p:blipFill>
          <a:blip r:embed="rId5"/>
          <a:stretch>
            <a:fillRect/>
          </a:stretch>
        </p:blipFill>
        <p:spPr>
          <a:xfrm>
            <a:off x="621729" y="5582721"/>
            <a:ext cx="7524750" cy="942457"/>
          </a:xfrm>
          <a:prstGeom prst="rect">
            <a:avLst/>
          </a:prstGeom>
        </p:spPr>
      </p:pic>
      <p:pic>
        <p:nvPicPr>
          <p:cNvPr id="5" name="Picture 4"/>
          <p:cNvPicPr>
            <a:picLocks noChangeAspect="1"/>
          </p:cNvPicPr>
          <p:nvPr/>
        </p:nvPicPr>
        <p:blipFill>
          <a:blip r:embed="rId6"/>
          <a:stretch>
            <a:fillRect/>
          </a:stretch>
        </p:blipFill>
        <p:spPr>
          <a:xfrm>
            <a:off x="8265748" y="5746994"/>
            <a:ext cx="2259240" cy="613909"/>
          </a:xfrm>
          <a:prstGeom prst="rect">
            <a:avLst/>
          </a:prstGeom>
        </p:spPr>
      </p:pic>
    </p:spTree>
    <p:extLst>
      <p:ext uri="{BB962C8B-B14F-4D97-AF65-F5344CB8AC3E}">
        <p14:creationId xmlns:p14="http://schemas.microsoft.com/office/powerpoint/2010/main" val="1746180233"/>
      </p:ext>
    </p:extLst>
  </p:cSld>
  <p:clrMapOvr>
    <a:masterClrMapping/>
  </p:clrMapOvr>
</p:sld>
</file>

<file path=ppt/theme/theme1.xml><?xml version="1.0" encoding="utf-8"?>
<a:theme xmlns:a="http://schemas.openxmlformats.org/drawingml/2006/main"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1113</TotalTime>
  <Words>1535</Words>
  <Application>Microsoft Office PowerPoint</Application>
  <PresentationFormat>Widescreen</PresentationFormat>
  <Paragraphs>146</Paragraphs>
  <Slides>50</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Raleway</vt:lpstr>
      <vt:lpstr>Lato</vt:lpstr>
      <vt:lpstr>Arial</vt:lpstr>
      <vt:lpstr>Calibri</vt:lpstr>
      <vt:lpstr>Swiss</vt:lpstr>
      <vt:lpstr>CPE 10 FUNDAMENTALS OF MIXED SIGNALS AND SENSORS</vt:lpstr>
      <vt:lpstr>COURSE DESCRIPTION</vt:lpstr>
      <vt:lpstr>COURSE DESCRIPTION</vt:lpstr>
      <vt:lpstr>COURSE OUTLINE</vt:lpstr>
      <vt:lpstr>COURSE OUTLINE</vt:lpstr>
      <vt:lpstr>Course Requirements</vt:lpstr>
      <vt:lpstr>GRADING SYSTEM</vt:lpstr>
      <vt:lpstr>Textbooks and References</vt:lpstr>
      <vt:lpstr>Basic Electronics Symbols</vt:lpstr>
      <vt:lpstr>Basic Electronic Circuit</vt:lpstr>
      <vt:lpstr>Basic Electronic Circuit</vt:lpstr>
      <vt:lpstr>Series and Parallel Resistors</vt:lpstr>
      <vt:lpstr>Full Wave Bridge Rectifier Ckt</vt:lpstr>
      <vt:lpstr>Common Emitter Fixed Bias Ckt</vt:lpstr>
      <vt:lpstr>INTRODUCTION</vt:lpstr>
      <vt:lpstr>INTRODUCTION</vt:lpstr>
      <vt:lpstr>OPERATIONAL AMPLIFIERS Characteristics</vt:lpstr>
      <vt:lpstr>OP AMPS  APPLICATIONS</vt:lpstr>
      <vt:lpstr>PowerPoint Presentation</vt:lpstr>
      <vt:lpstr>PowerPoint Presentation</vt:lpstr>
      <vt:lpstr>Op Amp equivalent circuit diagram</vt:lpstr>
      <vt:lpstr>IC 741 Op Amp </vt:lpstr>
      <vt:lpstr>BASIC OP AMP SYMBOL</vt:lpstr>
      <vt:lpstr>BASIC OP AMP</vt:lpstr>
      <vt:lpstr>Single Ended Input</vt:lpstr>
      <vt:lpstr>Double Ended (Differential) Input</vt:lpstr>
      <vt:lpstr>Double Ended (Differential) Input</vt:lpstr>
      <vt:lpstr>Double Ended Output</vt:lpstr>
      <vt:lpstr>Double Ended Output</vt:lpstr>
      <vt:lpstr>PowerPoint Presentation</vt:lpstr>
      <vt:lpstr>PowerPoint Presentation</vt:lpstr>
      <vt:lpstr>DIFFERENTIAL AND COMMON MODE OPERATION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CPE 10 FUNDAMENTALS OF MIXED SIGNALS AND SENSORS</dc:title>
  <dc:creator>Jehan Andrea Sevilla</dc:creator>
  <cp:lastModifiedBy>Ralph Monsour Delima</cp:lastModifiedBy>
  <cp:revision>31</cp:revision>
  <dcterms:created xsi:type="dcterms:W3CDTF">2022-09-09T09:43:31Z</dcterms:created>
  <dcterms:modified xsi:type="dcterms:W3CDTF">2024-09-15T11:36:00Z</dcterms:modified>
</cp:coreProperties>
</file>